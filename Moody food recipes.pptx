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3" r:id="rId7"/>
    <p:sldId id="264"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D9AFCE-0204-466B-BFE2-773EB8F4C64F}" v="33" dt="2025-04-19T18:18:42.5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autoAdjust="0"/>
    <p:restoredTop sz="94660"/>
  </p:normalViewPr>
  <p:slideViewPr>
    <p:cSldViewPr snapToGrid="0">
      <p:cViewPr>
        <p:scale>
          <a:sx n="66" d="100"/>
          <a:sy n="66" d="100"/>
        </p:scale>
        <p:origin x="-900" y="-25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microsoft.com/office/2016/11/relationships/changesInfo" Target="changesInfos/changesInfo1.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ERAJ KUMAR" userId="4f7b3c977252bac1" providerId="Windows Live" clId="Web-{50D9AFCE-0204-466B-BFE2-773EB8F4C64F}"/>
    <pc:docChg chg="modSld">
      <pc:chgData name="NEERAJ KUMAR" userId="4f7b3c977252bac1" providerId="Windows Live" clId="Web-{50D9AFCE-0204-466B-BFE2-773EB8F4C64F}" dt="2025-04-19T18:18:38.497" v="17" actId="20577"/>
      <pc:docMkLst>
        <pc:docMk/>
      </pc:docMkLst>
      <pc:sldChg chg="modSp">
        <pc:chgData name="NEERAJ KUMAR" userId="4f7b3c977252bac1" providerId="Windows Live" clId="Web-{50D9AFCE-0204-466B-BFE2-773EB8F4C64F}" dt="2025-04-19T18:18:38.497" v="17" actId="20577"/>
        <pc:sldMkLst>
          <pc:docMk/>
          <pc:sldMk cId="3063116239" sldId="256"/>
        </pc:sldMkLst>
        <pc:spChg chg="mod">
          <ac:chgData name="NEERAJ KUMAR" userId="4f7b3c977252bac1" providerId="Windows Live" clId="Web-{50D9AFCE-0204-466B-BFE2-773EB8F4C64F}" dt="2025-04-19T18:18:38.497" v="17" actId="20577"/>
          <ac:spMkLst>
            <pc:docMk/>
            <pc:sldMk cId="3063116239" sldId="256"/>
            <ac:spMk id="15" creationId="{5C04623C-F42C-DD24-8557-FB848AA2D21E}"/>
          </ac:spMkLst>
        </pc:spChg>
      </pc:sldChg>
      <pc:sldChg chg="modSp">
        <pc:chgData name="NEERAJ KUMAR" userId="4f7b3c977252bac1" providerId="Windows Live" clId="Web-{50D9AFCE-0204-466B-BFE2-773EB8F4C64F}" dt="2025-04-19T18:15:58.448" v="2" actId="14100"/>
        <pc:sldMkLst>
          <pc:docMk/>
          <pc:sldMk cId="2092229681" sldId="257"/>
        </pc:sldMkLst>
        <pc:spChg chg="mod">
          <ac:chgData name="NEERAJ KUMAR" userId="4f7b3c977252bac1" providerId="Windows Live" clId="Web-{50D9AFCE-0204-466B-BFE2-773EB8F4C64F}" dt="2025-04-19T18:15:58.448" v="2" actId="14100"/>
          <ac:spMkLst>
            <pc:docMk/>
            <pc:sldMk cId="2092229681" sldId="257"/>
            <ac:spMk id="7" creationId="{34E992A1-B451-8A9E-B3AE-E609F8DC00FC}"/>
          </ac:spMkLst>
        </pc:spChg>
      </pc:sldChg>
      <pc:sldChg chg="modSp">
        <pc:chgData name="NEERAJ KUMAR" userId="4f7b3c977252bac1" providerId="Windows Live" clId="Web-{50D9AFCE-0204-466B-BFE2-773EB8F4C64F}" dt="2025-04-19T18:15:43.885" v="0" actId="14100"/>
        <pc:sldMkLst>
          <pc:docMk/>
          <pc:sldMk cId="4123606586" sldId="258"/>
        </pc:sldMkLst>
        <pc:spChg chg="mod">
          <ac:chgData name="NEERAJ KUMAR" userId="4f7b3c977252bac1" providerId="Windows Live" clId="Web-{50D9AFCE-0204-466B-BFE2-773EB8F4C64F}" dt="2025-04-19T18:15:43.885" v="0" actId="14100"/>
          <ac:spMkLst>
            <pc:docMk/>
            <pc:sldMk cId="4123606586" sldId="258"/>
            <ac:spMk id="7" creationId="{34E992A1-B451-8A9E-B3AE-E609F8DC00FC}"/>
          </ac:spMkLst>
        </pc:spChg>
      </pc:sldChg>
      <pc:sldChg chg="modSp">
        <pc:chgData name="NEERAJ KUMAR" userId="4f7b3c977252bac1" providerId="Windows Live" clId="Web-{50D9AFCE-0204-466B-BFE2-773EB8F4C64F}" dt="2025-04-19T18:16:14.167" v="3" actId="14100"/>
        <pc:sldMkLst>
          <pc:docMk/>
          <pc:sldMk cId="818742538" sldId="259"/>
        </pc:sldMkLst>
        <pc:spChg chg="mod">
          <ac:chgData name="NEERAJ KUMAR" userId="4f7b3c977252bac1" providerId="Windows Live" clId="Web-{50D9AFCE-0204-466B-BFE2-773EB8F4C64F}" dt="2025-04-19T18:16:14.167" v="3" actId="14100"/>
          <ac:spMkLst>
            <pc:docMk/>
            <pc:sldMk cId="818742538" sldId="259"/>
            <ac:spMk id="3" creationId="{A5D5FA93-48C7-2EEF-6957-EB27736F3C6F}"/>
          </ac:spMkLst>
        </pc:spChg>
      </pc:sldChg>
      <pc:sldChg chg="modSp">
        <pc:chgData name="NEERAJ KUMAR" userId="4f7b3c977252bac1" providerId="Windows Live" clId="Web-{50D9AFCE-0204-466B-BFE2-773EB8F4C64F}" dt="2025-04-19T18:16:22.245" v="4" actId="14100"/>
        <pc:sldMkLst>
          <pc:docMk/>
          <pc:sldMk cId="4054526563" sldId="260"/>
        </pc:sldMkLst>
        <pc:spChg chg="mod">
          <ac:chgData name="NEERAJ KUMAR" userId="4f7b3c977252bac1" providerId="Windows Live" clId="Web-{50D9AFCE-0204-466B-BFE2-773EB8F4C64F}" dt="2025-04-19T18:16:22.245" v="4" actId="14100"/>
          <ac:spMkLst>
            <pc:docMk/>
            <pc:sldMk cId="4054526563" sldId="260"/>
            <ac:spMk id="3" creationId="{A5D5FA93-48C7-2EEF-6957-EB27736F3C6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95FB8C9-4411-80A6-15FE-127BD51618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7B6C3AC3-0A37-235B-830A-E38800C40A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F5376EFE-5CC4-A895-03B8-FC3CDF9EF951}"/>
              </a:ext>
            </a:extLst>
          </p:cNvPr>
          <p:cNvSpPr>
            <a:spLocks noGrp="1"/>
          </p:cNvSpPr>
          <p:nvPr>
            <p:ph type="dt" sz="half" idx="10"/>
          </p:nvPr>
        </p:nvSpPr>
        <p:spPr/>
        <p:txBody>
          <a:bodyPr/>
          <a:lstStyle/>
          <a:p>
            <a:fld id="{D3122517-3F3C-4A88-A146-47D090865431}" type="datetimeFigureOut">
              <a:rPr lang="en-US" smtClean="0"/>
              <a:pPr/>
              <a:t>6/15/2025</a:t>
            </a:fld>
            <a:endParaRPr lang="en-US"/>
          </a:p>
        </p:txBody>
      </p:sp>
      <p:sp>
        <p:nvSpPr>
          <p:cNvPr id="5" name="Footer Placeholder 4">
            <a:extLst>
              <a:ext uri="{FF2B5EF4-FFF2-40B4-BE49-F238E27FC236}">
                <a16:creationId xmlns="" xmlns:a16="http://schemas.microsoft.com/office/drawing/2014/main" id="{C8FEAC0D-6956-5D68-197A-11C81AD1C2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38EF44F6-DCE4-3F19-B8FD-CF4348814C8E}"/>
              </a:ext>
            </a:extLst>
          </p:cNvPr>
          <p:cNvSpPr>
            <a:spLocks noGrp="1"/>
          </p:cNvSpPr>
          <p:nvPr>
            <p:ph type="sldNum" sz="quarter" idx="12"/>
          </p:nvPr>
        </p:nvSpPr>
        <p:spPr/>
        <p:txBody>
          <a:bodyPr/>
          <a:lstStyle/>
          <a:p>
            <a:fld id="{3CDDDBAD-0003-4008-811B-1B332BECF27B}" type="slidenum">
              <a:rPr lang="en-US" smtClean="0"/>
              <a:pPr/>
              <a:t>‹#›</a:t>
            </a:fld>
            <a:endParaRPr lang="en-US"/>
          </a:p>
        </p:txBody>
      </p:sp>
    </p:spTree>
    <p:extLst>
      <p:ext uri="{BB962C8B-B14F-4D97-AF65-F5344CB8AC3E}">
        <p14:creationId xmlns="" xmlns:p14="http://schemas.microsoft.com/office/powerpoint/2010/main" val="3079558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5BD1624-A814-0FB3-17FF-A4E2696DDA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7E56D756-FE0F-F7D4-67AA-A7EE04940E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DB934445-B0F2-B464-029D-4A8F7BE1BC42}"/>
              </a:ext>
            </a:extLst>
          </p:cNvPr>
          <p:cNvSpPr>
            <a:spLocks noGrp="1"/>
          </p:cNvSpPr>
          <p:nvPr>
            <p:ph type="dt" sz="half" idx="10"/>
          </p:nvPr>
        </p:nvSpPr>
        <p:spPr/>
        <p:txBody>
          <a:bodyPr/>
          <a:lstStyle/>
          <a:p>
            <a:fld id="{D3122517-3F3C-4A88-A146-47D090865431}" type="datetimeFigureOut">
              <a:rPr lang="en-US" smtClean="0"/>
              <a:pPr/>
              <a:t>6/15/2025</a:t>
            </a:fld>
            <a:endParaRPr lang="en-US"/>
          </a:p>
        </p:txBody>
      </p:sp>
      <p:sp>
        <p:nvSpPr>
          <p:cNvPr id="5" name="Footer Placeholder 4">
            <a:extLst>
              <a:ext uri="{FF2B5EF4-FFF2-40B4-BE49-F238E27FC236}">
                <a16:creationId xmlns="" xmlns:a16="http://schemas.microsoft.com/office/drawing/2014/main" id="{DD2D2A56-3666-5CBD-31E3-51E7DD77FF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F1751E27-5FF2-E0CD-5D7D-F7FB70150C38}"/>
              </a:ext>
            </a:extLst>
          </p:cNvPr>
          <p:cNvSpPr>
            <a:spLocks noGrp="1"/>
          </p:cNvSpPr>
          <p:nvPr>
            <p:ph type="sldNum" sz="quarter" idx="12"/>
          </p:nvPr>
        </p:nvSpPr>
        <p:spPr/>
        <p:txBody>
          <a:bodyPr/>
          <a:lstStyle/>
          <a:p>
            <a:fld id="{3CDDDBAD-0003-4008-811B-1B332BECF27B}" type="slidenum">
              <a:rPr lang="en-US" smtClean="0"/>
              <a:pPr/>
              <a:t>‹#›</a:t>
            </a:fld>
            <a:endParaRPr lang="en-US"/>
          </a:p>
        </p:txBody>
      </p:sp>
    </p:spTree>
    <p:extLst>
      <p:ext uri="{BB962C8B-B14F-4D97-AF65-F5344CB8AC3E}">
        <p14:creationId xmlns="" xmlns:p14="http://schemas.microsoft.com/office/powerpoint/2010/main" val="2654316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455D5F0-2A92-D8DB-DAEF-AA37E797AD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F3FA54D4-BFCF-F0E1-CC38-F3743C78E7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AA47B2FB-F541-2759-F76F-227B5F0D8B21}"/>
              </a:ext>
            </a:extLst>
          </p:cNvPr>
          <p:cNvSpPr>
            <a:spLocks noGrp="1"/>
          </p:cNvSpPr>
          <p:nvPr>
            <p:ph type="dt" sz="half" idx="10"/>
          </p:nvPr>
        </p:nvSpPr>
        <p:spPr/>
        <p:txBody>
          <a:bodyPr/>
          <a:lstStyle/>
          <a:p>
            <a:fld id="{D3122517-3F3C-4A88-A146-47D090865431}" type="datetimeFigureOut">
              <a:rPr lang="en-US" smtClean="0"/>
              <a:pPr/>
              <a:t>6/15/2025</a:t>
            </a:fld>
            <a:endParaRPr lang="en-US"/>
          </a:p>
        </p:txBody>
      </p:sp>
      <p:sp>
        <p:nvSpPr>
          <p:cNvPr id="5" name="Footer Placeholder 4">
            <a:extLst>
              <a:ext uri="{FF2B5EF4-FFF2-40B4-BE49-F238E27FC236}">
                <a16:creationId xmlns="" xmlns:a16="http://schemas.microsoft.com/office/drawing/2014/main" id="{CC315DA5-69D2-FBB3-CB59-5EF3474BED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9E37953A-FF50-68BD-DD38-BF82CE94CA46}"/>
              </a:ext>
            </a:extLst>
          </p:cNvPr>
          <p:cNvSpPr>
            <a:spLocks noGrp="1"/>
          </p:cNvSpPr>
          <p:nvPr>
            <p:ph type="sldNum" sz="quarter" idx="12"/>
          </p:nvPr>
        </p:nvSpPr>
        <p:spPr/>
        <p:txBody>
          <a:bodyPr/>
          <a:lstStyle/>
          <a:p>
            <a:fld id="{3CDDDBAD-0003-4008-811B-1B332BECF27B}" type="slidenum">
              <a:rPr lang="en-US" smtClean="0"/>
              <a:pPr/>
              <a:t>‹#›</a:t>
            </a:fld>
            <a:endParaRPr lang="en-US"/>
          </a:p>
        </p:txBody>
      </p:sp>
    </p:spTree>
    <p:extLst>
      <p:ext uri="{BB962C8B-B14F-4D97-AF65-F5344CB8AC3E}">
        <p14:creationId xmlns="" xmlns:p14="http://schemas.microsoft.com/office/powerpoint/2010/main" val="602919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76F98C6-8098-7EE5-85F3-2817111241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988731EE-845D-0FE3-E834-FD0FD5FFA4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6238E1FE-2331-3606-22A6-35C1608AE0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C9744417-3C99-91C7-3317-DF58281A69B2}"/>
              </a:ext>
            </a:extLst>
          </p:cNvPr>
          <p:cNvSpPr>
            <a:spLocks noGrp="1"/>
          </p:cNvSpPr>
          <p:nvPr>
            <p:ph type="dt" sz="half" idx="10"/>
          </p:nvPr>
        </p:nvSpPr>
        <p:spPr/>
        <p:txBody>
          <a:bodyPr/>
          <a:lstStyle/>
          <a:p>
            <a:fld id="{D3122517-3F3C-4A88-A146-47D090865431}" type="datetimeFigureOut">
              <a:rPr lang="en-US" smtClean="0"/>
              <a:pPr/>
              <a:t>6/15/2025</a:t>
            </a:fld>
            <a:endParaRPr lang="en-US"/>
          </a:p>
        </p:txBody>
      </p:sp>
      <p:sp>
        <p:nvSpPr>
          <p:cNvPr id="6" name="Footer Placeholder 5">
            <a:extLst>
              <a:ext uri="{FF2B5EF4-FFF2-40B4-BE49-F238E27FC236}">
                <a16:creationId xmlns="" xmlns:a16="http://schemas.microsoft.com/office/drawing/2014/main" id="{30C8FBCF-88F0-CC39-1D51-2BE60D3A72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A3B87E8C-D5DA-426E-10BC-558503E8D8E5}"/>
              </a:ext>
            </a:extLst>
          </p:cNvPr>
          <p:cNvSpPr>
            <a:spLocks noGrp="1"/>
          </p:cNvSpPr>
          <p:nvPr>
            <p:ph type="sldNum" sz="quarter" idx="12"/>
          </p:nvPr>
        </p:nvSpPr>
        <p:spPr/>
        <p:txBody>
          <a:bodyPr/>
          <a:lstStyle/>
          <a:p>
            <a:fld id="{3CDDDBAD-0003-4008-811B-1B332BECF27B}" type="slidenum">
              <a:rPr lang="en-US" smtClean="0"/>
              <a:pPr/>
              <a:t>‹#›</a:t>
            </a:fld>
            <a:endParaRPr lang="en-US"/>
          </a:p>
        </p:txBody>
      </p:sp>
    </p:spTree>
    <p:extLst>
      <p:ext uri="{BB962C8B-B14F-4D97-AF65-F5344CB8AC3E}">
        <p14:creationId xmlns="" xmlns:p14="http://schemas.microsoft.com/office/powerpoint/2010/main" val="1792181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EEE73B-2439-F3C2-3EDB-AE3F360DB5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D88FE983-018B-A48F-CDF3-3FA4FAA3EA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DA15BE7B-DABE-0A16-8ADA-891FD9BE4C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93F9DF00-AFFF-C96C-69F8-A145AAEE6C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DA073402-6E42-E2AB-3C72-72C3FA97D0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1685FD9E-A9F9-4341-DA37-F1163EAB74EE}"/>
              </a:ext>
            </a:extLst>
          </p:cNvPr>
          <p:cNvSpPr>
            <a:spLocks noGrp="1"/>
          </p:cNvSpPr>
          <p:nvPr>
            <p:ph type="dt" sz="half" idx="10"/>
          </p:nvPr>
        </p:nvSpPr>
        <p:spPr/>
        <p:txBody>
          <a:bodyPr/>
          <a:lstStyle/>
          <a:p>
            <a:fld id="{D3122517-3F3C-4A88-A146-47D090865431}" type="datetimeFigureOut">
              <a:rPr lang="en-US" smtClean="0"/>
              <a:pPr/>
              <a:t>6/15/2025</a:t>
            </a:fld>
            <a:endParaRPr lang="en-US"/>
          </a:p>
        </p:txBody>
      </p:sp>
      <p:sp>
        <p:nvSpPr>
          <p:cNvPr id="8" name="Footer Placeholder 7">
            <a:extLst>
              <a:ext uri="{FF2B5EF4-FFF2-40B4-BE49-F238E27FC236}">
                <a16:creationId xmlns="" xmlns:a16="http://schemas.microsoft.com/office/drawing/2014/main" id="{FD5991C8-56DC-07D1-2E1B-314FCEBD49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984E223C-01A8-C363-9810-E3A3CC0047F2}"/>
              </a:ext>
            </a:extLst>
          </p:cNvPr>
          <p:cNvSpPr>
            <a:spLocks noGrp="1"/>
          </p:cNvSpPr>
          <p:nvPr>
            <p:ph type="sldNum" sz="quarter" idx="12"/>
          </p:nvPr>
        </p:nvSpPr>
        <p:spPr/>
        <p:txBody>
          <a:bodyPr/>
          <a:lstStyle/>
          <a:p>
            <a:fld id="{3CDDDBAD-0003-4008-811B-1B332BECF27B}" type="slidenum">
              <a:rPr lang="en-US" smtClean="0"/>
              <a:pPr/>
              <a:t>‹#›</a:t>
            </a:fld>
            <a:endParaRPr lang="en-US"/>
          </a:p>
        </p:txBody>
      </p:sp>
    </p:spTree>
    <p:extLst>
      <p:ext uri="{BB962C8B-B14F-4D97-AF65-F5344CB8AC3E}">
        <p14:creationId xmlns="" xmlns:p14="http://schemas.microsoft.com/office/powerpoint/2010/main" val="3625465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983414E-FD99-3381-C670-F907FBFB8C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2DB9353E-6BDA-2DC8-5D4B-6CEC6A9A6F59}"/>
              </a:ext>
            </a:extLst>
          </p:cNvPr>
          <p:cNvSpPr>
            <a:spLocks noGrp="1"/>
          </p:cNvSpPr>
          <p:nvPr>
            <p:ph type="dt" sz="half" idx="10"/>
          </p:nvPr>
        </p:nvSpPr>
        <p:spPr/>
        <p:txBody>
          <a:bodyPr/>
          <a:lstStyle/>
          <a:p>
            <a:fld id="{D3122517-3F3C-4A88-A146-47D090865431}" type="datetimeFigureOut">
              <a:rPr lang="en-US" smtClean="0"/>
              <a:pPr/>
              <a:t>6/15/2025</a:t>
            </a:fld>
            <a:endParaRPr lang="en-US"/>
          </a:p>
        </p:txBody>
      </p:sp>
      <p:sp>
        <p:nvSpPr>
          <p:cNvPr id="4" name="Footer Placeholder 3">
            <a:extLst>
              <a:ext uri="{FF2B5EF4-FFF2-40B4-BE49-F238E27FC236}">
                <a16:creationId xmlns="" xmlns:a16="http://schemas.microsoft.com/office/drawing/2014/main" id="{82B23568-B239-4933-D09A-6F8EBDF1B5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D350C3F9-6D06-F0A3-EA4D-DE6164CA9229}"/>
              </a:ext>
            </a:extLst>
          </p:cNvPr>
          <p:cNvSpPr>
            <a:spLocks noGrp="1"/>
          </p:cNvSpPr>
          <p:nvPr>
            <p:ph type="sldNum" sz="quarter" idx="12"/>
          </p:nvPr>
        </p:nvSpPr>
        <p:spPr/>
        <p:txBody>
          <a:bodyPr/>
          <a:lstStyle/>
          <a:p>
            <a:fld id="{3CDDDBAD-0003-4008-811B-1B332BECF27B}" type="slidenum">
              <a:rPr lang="en-US" smtClean="0"/>
              <a:pPr/>
              <a:t>‹#›</a:t>
            </a:fld>
            <a:endParaRPr lang="en-US"/>
          </a:p>
        </p:txBody>
      </p:sp>
    </p:spTree>
    <p:extLst>
      <p:ext uri="{BB962C8B-B14F-4D97-AF65-F5344CB8AC3E}">
        <p14:creationId xmlns="" xmlns:p14="http://schemas.microsoft.com/office/powerpoint/2010/main" val="945863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876F8924-E18B-DB26-49E1-200BF9AACD13}"/>
              </a:ext>
            </a:extLst>
          </p:cNvPr>
          <p:cNvSpPr>
            <a:spLocks noGrp="1"/>
          </p:cNvSpPr>
          <p:nvPr>
            <p:ph type="dt" sz="half" idx="10"/>
          </p:nvPr>
        </p:nvSpPr>
        <p:spPr/>
        <p:txBody>
          <a:bodyPr/>
          <a:lstStyle/>
          <a:p>
            <a:fld id="{D3122517-3F3C-4A88-A146-47D090865431}" type="datetimeFigureOut">
              <a:rPr lang="en-US" smtClean="0"/>
              <a:pPr/>
              <a:t>6/15/2025</a:t>
            </a:fld>
            <a:endParaRPr lang="en-US"/>
          </a:p>
        </p:txBody>
      </p:sp>
      <p:sp>
        <p:nvSpPr>
          <p:cNvPr id="3" name="Footer Placeholder 2">
            <a:extLst>
              <a:ext uri="{FF2B5EF4-FFF2-40B4-BE49-F238E27FC236}">
                <a16:creationId xmlns="" xmlns:a16="http://schemas.microsoft.com/office/drawing/2014/main" id="{A5865F24-884F-79BE-AD3C-C8BAE37F9A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2062938F-6871-C95E-D30E-444D4EA2808E}"/>
              </a:ext>
            </a:extLst>
          </p:cNvPr>
          <p:cNvSpPr>
            <a:spLocks noGrp="1"/>
          </p:cNvSpPr>
          <p:nvPr>
            <p:ph type="sldNum" sz="quarter" idx="12"/>
          </p:nvPr>
        </p:nvSpPr>
        <p:spPr/>
        <p:txBody>
          <a:bodyPr/>
          <a:lstStyle/>
          <a:p>
            <a:fld id="{3CDDDBAD-0003-4008-811B-1B332BECF27B}" type="slidenum">
              <a:rPr lang="en-US" smtClean="0"/>
              <a:pPr/>
              <a:t>‹#›</a:t>
            </a:fld>
            <a:endParaRPr lang="en-US"/>
          </a:p>
        </p:txBody>
      </p:sp>
    </p:spTree>
    <p:extLst>
      <p:ext uri="{BB962C8B-B14F-4D97-AF65-F5344CB8AC3E}">
        <p14:creationId xmlns="" xmlns:p14="http://schemas.microsoft.com/office/powerpoint/2010/main" val="4149323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87F465-DEA2-CDDA-237A-185A4C6880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9222837E-D019-A1B0-2A51-211B96397D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64B2F027-3D6B-4EC7-94AC-5B818B3A8E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075C3EED-0A6E-8913-C10A-FAA31A53EF88}"/>
              </a:ext>
            </a:extLst>
          </p:cNvPr>
          <p:cNvSpPr>
            <a:spLocks noGrp="1"/>
          </p:cNvSpPr>
          <p:nvPr>
            <p:ph type="dt" sz="half" idx="10"/>
          </p:nvPr>
        </p:nvSpPr>
        <p:spPr/>
        <p:txBody>
          <a:bodyPr/>
          <a:lstStyle/>
          <a:p>
            <a:fld id="{D3122517-3F3C-4A88-A146-47D090865431}" type="datetimeFigureOut">
              <a:rPr lang="en-US" smtClean="0"/>
              <a:pPr/>
              <a:t>6/15/2025</a:t>
            </a:fld>
            <a:endParaRPr lang="en-US"/>
          </a:p>
        </p:txBody>
      </p:sp>
      <p:sp>
        <p:nvSpPr>
          <p:cNvPr id="6" name="Footer Placeholder 5">
            <a:extLst>
              <a:ext uri="{FF2B5EF4-FFF2-40B4-BE49-F238E27FC236}">
                <a16:creationId xmlns="" xmlns:a16="http://schemas.microsoft.com/office/drawing/2014/main" id="{52675004-15E7-8303-2D9F-214552D998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F26AE8E5-7DF8-B3EC-E549-33D74D6762AB}"/>
              </a:ext>
            </a:extLst>
          </p:cNvPr>
          <p:cNvSpPr>
            <a:spLocks noGrp="1"/>
          </p:cNvSpPr>
          <p:nvPr>
            <p:ph type="sldNum" sz="quarter" idx="12"/>
          </p:nvPr>
        </p:nvSpPr>
        <p:spPr/>
        <p:txBody>
          <a:bodyPr/>
          <a:lstStyle/>
          <a:p>
            <a:fld id="{3CDDDBAD-0003-4008-811B-1B332BECF27B}" type="slidenum">
              <a:rPr lang="en-US" smtClean="0"/>
              <a:pPr/>
              <a:t>‹#›</a:t>
            </a:fld>
            <a:endParaRPr lang="en-US"/>
          </a:p>
        </p:txBody>
      </p:sp>
    </p:spTree>
    <p:extLst>
      <p:ext uri="{BB962C8B-B14F-4D97-AF65-F5344CB8AC3E}">
        <p14:creationId xmlns="" xmlns:p14="http://schemas.microsoft.com/office/powerpoint/2010/main" val="2318477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DDEE11C-9383-986C-8267-AE48172F7F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BFD4B6D9-FB51-9399-357F-B3A1DE3B5A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B1FB3B6B-7CFB-9550-EC36-D207913E51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8A381DAA-E6A8-8CE1-551F-3D01E86AEF8B}"/>
              </a:ext>
            </a:extLst>
          </p:cNvPr>
          <p:cNvSpPr>
            <a:spLocks noGrp="1"/>
          </p:cNvSpPr>
          <p:nvPr>
            <p:ph type="dt" sz="half" idx="10"/>
          </p:nvPr>
        </p:nvSpPr>
        <p:spPr/>
        <p:txBody>
          <a:bodyPr/>
          <a:lstStyle/>
          <a:p>
            <a:fld id="{D3122517-3F3C-4A88-A146-47D090865431}" type="datetimeFigureOut">
              <a:rPr lang="en-US" smtClean="0"/>
              <a:pPr/>
              <a:t>6/15/2025</a:t>
            </a:fld>
            <a:endParaRPr lang="en-US"/>
          </a:p>
        </p:txBody>
      </p:sp>
      <p:sp>
        <p:nvSpPr>
          <p:cNvPr id="6" name="Footer Placeholder 5">
            <a:extLst>
              <a:ext uri="{FF2B5EF4-FFF2-40B4-BE49-F238E27FC236}">
                <a16:creationId xmlns="" xmlns:a16="http://schemas.microsoft.com/office/drawing/2014/main" id="{959B88E3-8D75-31B4-878F-60C51B0D91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8D1B3324-567D-B121-917F-F5C04F2F6E2B}"/>
              </a:ext>
            </a:extLst>
          </p:cNvPr>
          <p:cNvSpPr>
            <a:spLocks noGrp="1"/>
          </p:cNvSpPr>
          <p:nvPr>
            <p:ph type="sldNum" sz="quarter" idx="12"/>
          </p:nvPr>
        </p:nvSpPr>
        <p:spPr/>
        <p:txBody>
          <a:bodyPr/>
          <a:lstStyle/>
          <a:p>
            <a:fld id="{3CDDDBAD-0003-4008-811B-1B332BECF27B}" type="slidenum">
              <a:rPr lang="en-US" smtClean="0"/>
              <a:pPr/>
              <a:t>‹#›</a:t>
            </a:fld>
            <a:endParaRPr lang="en-US"/>
          </a:p>
        </p:txBody>
      </p:sp>
    </p:spTree>
    <p:extLst>
      <p:ext uri="{BB962C8B-B14F-4D97-AF65-F5344CB8AC3E}">
        <p14:creationId xmlns="" xmlns:p14="http://schemas.microsoft.com/office/powerpoint/2010/main" val="2315388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10C825-AB67-CF05-6ADA-78D250D377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94E9B5E0-08AD-6E62-B725-98A35C084F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D515D323-1E01-FCC0-F080-10DD59EA76B8}"/>
              </a:ext>
            </a:extLst>
          </p:cNvPr>
          <p:cNvSpPr>
            <a:spLocks noGrp="1"/>
          </p:cNvSpPr>
          <p:nvPr>
            <p:ph type="dt" sz="half" idx="10"/>
          </p:nvPr>
        </p:nvSpPr>
        <p:spPr/>
        <p:txBody>
          <a:bodyPr/>
          <a:lstStyle/>
          <a:p>
            <a:fld id="{D3122517-3F3C-4A88-A146-47D090865431}" type="datetimeFigureOut">
              <a:rPr lang="en-US" smtClean="0"/>
              <a:pPr/>
              <a:t>6/15/2025</a:t>
            </a:fld>
            <a:endParaRPr lang="en-US"/>
          </a:p>
        </p:txBody>
      </p:sp>
      <p:sp>
        <p:nvSpPr>
          <p:cNvPr id="5" name="Footer Placeholder 4">
            <a:extLst>
              <a:ext uri="{FF2B5EF4-FFF2-40B4-BE49-F238E27FC236}">
                <a16:creationId xmlns="" xmlns:a16="http://schemas.microsoft.com/office/drawing/2014/main" id="{47CF7B3C-FD37-42C1-EDC4-70AA2F8FC7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8EEA7C79-1097-0188-B0C0-8EF630A5E433}"/>
              </a:ext>
            </a:extLst>
          </p:cNvPr>
          <p:cNvSpPr>
            <a:spLocks noGrp="1"/>
          </p:cNvSpPr>
          <p:nvPr>
            <p:ph type="sldNum" sz="quarter" idx="12"/>
          </p:nvPr>
        </p:nvSpPr>
        <p:spPr/>
        <p:txBody>
          <a:bodyPr/>
          <a:lstStyle/>
          <a:p>
            <a:fld id="{3CDDDBAD-0003-4008-811B-1B332BECF27B}" type="slidenum">
              <a:rPr lang="en-US" smtClean="0"/>
              <a:pPr/>
              <a:t>‹#›</a:t>
            </a:fld>
            <a:endParaRPr lang="en-US"/>
          </a:p>
        </p:txBody>
      </p:sp>
    </p:spTree>
    <p:extLst>
      <p:ext uri="{BB962C8B-B14F-4D97-AF65-F5344CB8AC3E}">
        <p14:creationId xmlns="" xmlns:p14="http://schemas.microsoft.com/office/powerpoint/2010/main" val="153484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AAB8642E-F307-9332-4913-611169A188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D0334144-4689-CE0A-046F-47C33E3009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177CDE0E-BF1F-2044-0CE7-2651EF60B129}"/>
              </a:ext>
            </a:extLst>
          </p:cNvPr>
          <p:cNvSpPr>
            <a:spLocks noGrp="1"/>
          </p:cNvSpPr>
          <p:nvPr>
            <p:ph type="dt" sz="half" idx="10"/>
          </p:nvPr>
        </p:nvSpPr>
        <p:spPr/>
        <p:txBody>
          <a:bodyPr/>
          <a:lstStyle/>
          <a:p>
            <a:fld id="{D3122517-3F3C-4A88-A146-47D090865431}" type="datetimeFigureOut">
              <a:rPr lang="en-US" smtClean="0"/>
              <a:pPr/>
              <a:t>6/15/2025</a:t>
            </a:fld>
            <a:endParaRPr lang="en-US"/>
          </a:p>
        </p:txBody>
      </p:sp>
      <p:sp>
        <p:nvSpPr>
          <p:cNvPr id="5" name="Footer Placeholder 4">
            <a:extLst>
              <a:ext uri="{FF2B5EF4-FFF2-40B4-BE49-F238E27FC236}">
                <a16:creationId xmlns="" xmlns:a16="http://schemas.microsoft.com/office/drawing/2014/main" id="{98B66E39-D3A4-4557-F1AE-E5BFA47D10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799EAE2C-2C9F-8EA1-2F2A-D017353DE41C}"/>
              </a:ext>
            </a:extLst>
          </p:cNvPr>
          <p:cNvSpPr>
            <a:spLocks noGrp="1"/>
          </p:cNvSpPr>
          <p:nvPr>
            <p:ph type="sldNum" sz="quarter" idx="12"/>
          </p:nvPr>
        </p:nvSpPr>
        <p:spPr/>
        <p:txBody>
          <a:bodyPr/>
          <a:lstStyle/>
          <a:p>
            <a:fld id="{3CDDDBAD-0003-4008-811B-1B332BECF27B}" type="slidenum">
              <a:rPr lang="en-US" smtClean="0"/>
              <a:pPr/>
              <a:t>‹#›</a:t>
            </a:fld>
            <a:endParaRPr lang="en-US"/>
          </a:p>
        </p:txBody>
      </p:sp>
    </p:spTree>
    <p:extLst>
      <p:ext uri="{BB962C8B-B14F-4D97-AF65-F5344CB8AC3E}">
        <p14:creationId xmlns="" xmlns:p14="http://schemas.microsoft.com/office/powerpoint/2010/main" val="1278263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2DAFBECC-8586-DC9B-2948-80897890CA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FD5A9263-4AE3-2FDC-343B-2672122D89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A1F0EFA0-F466-9F07-3760-9C5B9F2A6C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22517-3F3C-4A88-A146-47D090865431}" type="datetimeFigureOut">
              <a:rPr lang="en-US" smtClean="0"/>
              <a:pPr/>
              <a:t>6/15/2025</a:t>
            </a:fld>
            <a:endParaRPr lang="en-US"/>
          </a:p>
        </p:txBody>
      </p:sp>
      <p:sp>
        <p:nvSpPr>
          <p:cNvPr id="5" name="Footer Placeholder 4">
            <a:extLst>
              <a:ext uri="{FF2B5EF4-FFF2-40B4-BE49-F238E27FC236}">
                <a16:creationId xmlns="" xmlns:a16="http://schemas.microsoft.com/office/drawing/2014/main" id="{52805B3A-A209-9BA1-D739-6818A66566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619F4111-DE6B-BC94-3761-3510D76139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DDDBAD-0003-4008-811B-1B332BECF27B}" type="slidenum">
              <a:rPr lang="en-US" smtClean="0"/>
              <a:pPr/>
              <a:t>‹#›</a:t>
            </a:fld>
            <a:endParaRPr lang="en-US"/>
          </a:p>
        </p:txBody>
      </p:sp>
    </p:spTree>
    <p:extLst>
      <p:ext uri="{BB962C8B-B14F-4D97-AF65-F5344CB8AC3E}">
        <p14:creationId xmlns="" xmlns:p14="http://schemas.microsoft.com/office/powerpoint/2010/main" val="34771679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58F683B5-B951-DDE9-1E83-DF3ACDFCDE5C}"/>
              </a:ext>
            </a:extLst>
          </p:cNvPr>
          <p:cNvSpPr txBox="1"/>
          <p:nvPr/>
        </p:nvSpPr>
        <p:spPr>
          <a:xfrm>
            <a:off x="5640512" y="349321"/>
            <a:ext cx="5845996" cy="1384995"/>
          </a:xfrm>
          <a:prstGeom prst="rect">
            <a:avLst/>
          </a:prstGeom>
          <a:noFill/>
        </p:spPr>
        <p:txBody>
          <a:bodyPr wrap="square" rtlCol="0">
            <a:spAutoFit/>
          </a:bodyPr>
          <a:lstStyle/>
          <a:p>
            <a:r>
              <a:rPr lang="en-US" sz="4200" b="1" dirty="0"/>
              <a:t>Basic Details of the Team and Problem Statement</a:t>
            </a:r>
          </a:p>
        </p:txBody>
      </p:sp>
      <p:pic>
        <p:nvPicPr>
          <p:cNvPr id="14" name="Picture 13">
            <a:extLst>
              <a:ext uri="{FF2B5EF4-FFF2-40B4-BE49-F238E27FC236}">
                <a16:creationId xmlns="" xmlns:a16="http://schemas.microsoft.com/office/drawing/2014/main" id="{412F3D83-0719-3C49-D3A7-D5C4A17237E9}"/>
              </a:ext>
            </a:extLst>
          </p:cNvPr>
          <p:cNvPicPr>
            <a:picLocks noChangeAspect="1"/>
          </p:cNvPicPr>
          <p:nvPr/>
        </p:nvPicPr>
        <p:blipFill>
          <a:blip r:embed="rId2"/>
          <a:stretch>
            <a:fillRect/>
          </a:stretch>
        </p:blipFill>
        <p:spPr>
          <a:xfrm>
            <a:off x="457200" y="349321"/>
            <a:ext cx="2416466" cy="1456500"/>
          </a:xfrm>
          <a:prstGeom prst="rect">
            <a:avLst/>
          </a:prstGeom>
        </p:spPr>
      </p:pic>
      <p:sp>
        <p:nvSpPr>
          <p:cNvPr id="15" name="TextBox 14">
            <a:extLst>
              <a:ext uri="{FF2B5EF4-FFF2-40B4-BE49-F238E27FC236}">
                <a16:creationId xmlns="" xmlns:a16="http://schemas.microsoft.com/office/drawing/2014/main" id="{5C04623C-F42C-DD24-8557-FB848AA2D21E}"/>
              </a:ext>
            </a:extLst>
          </p:cNvPr>
          <p:cNvSpPr txBox="1"/>
          <p:nvPr/>
        </p:nvSpPr>
        <p:spPr>
          <a:xfrm>
            <a:off x="5553427" y="2844277"/>
            <a:ext cx="6094288" cy="1938992"/>
          </a:xfrm>
          <a:prstGeom prst="rect">
            <a:avLst/>
          </a:prstGeom>
          <a:noFill/>
          <a:ln>
            <a:solidFill>
              <a:schemeClr val="tx1"/>
            </a:solidFill>
          </a:ln>
        </p:spPr>
        <p:txBody>
          <a:bodyPr wrap="square" lIns="91440" tIns="45720" rIns="91440" bIns="45720" rtlCol="0" anchor="t">
            <a:spAutoFit/>
          </a:bodyPr>
          <a:lstStyle/>
          <a:p>
            <a:r>
              <a:rPr lang="en-US" sz="2000" b="1" dirty="0" smtClean="0"/>
              <a:t>Project </a:t>
            </a:r>
            <a:r>
              <a:rPr lang="en-US" sz="2000" b="1" dirty="0"/>
              <a:t>Title</a:t>
            </a:r>
            <a:r>
              <a:rPr lang="en-US" sz="2000" b="1" dirty="0" smtClean="0"/>
              <a:t>: </a:t>
            </a:r>
            <a:r>
              <a:rPr lang="en-US" sz="2000" b="1" dirty="0" smtClean="0"/>
              <a:t>Moody food recipes</a:t>
            </a:r>
            <a:endParaRPr lang="en-US" sz="2000" b="1" dirty="0"/>
          </a:p>
          <a:p>
            <a:r>
              <a:rPr lang="en-US" sz="2000" b="1" dirty="0"/>
              <a:t/>
            </a:r>
            <a:br>
              <a:rPr lang="en-US" sz="2000" b="1" dirty="0"/>
            </a:br>
            <a:r>
              <a:rPr lang="en-US" sz="2000" b="1" dirty="0"/>
              <a:t>Application </a:t>
            </a:r>
            <a:r>
              <a:rPr lang="en-US" sz="2000" b="1" dirty="0" smtClean="0"/>
              <a:t>Domain: Food recipes</a:t>
            </a:r>
            <a:r>
              <a:rPr lang="en-US" sz="2000" b="1" dirty="0"/>
              <a:t/>
            </a:r>
            <a:br>
              <a:rPr lang="en-US" sz="2000" b="1" dirty="0"/>
            </a:br>
            <a:r>
              <a:rPr lang="en-US" sz="2000" b="1" dirty="0"/>
              <a:t/>
            </a:r>
            <a:br>
              <a:rPr lang="en-US" sz="2000" b="1" dirty="0"/>
            </a:br>
            <a:r>
              <a:rPr lang="en-US" sz="2000" b="1" dirty="0" smtClean="0"/>
              <a:t>Created by: </a:t>
            </a:r>
            <a:r>
              <a:rPr lang="en-US" sz="2000" b="1" dirty="0" err="1" smtClean="0"/>
              <a:t>Vishwa</a:t>
            </a:r>
            <a:r>
              <a:rPr lang="en-US" sz="2000" b="1" dirty="0" smtClean="0"/>
              <a:t> Shah</a:t>
            </a:r>
            <a:r>
              <a:rPr lang="en-US" sz="2000" b="1" dirty="0"/>
              <a:t/>
            </a:r>
            <a:br>
              <a:rPr lang="en-US" sz="2000" b="1" dirty="0"/>
            </a:br>
            <a:endParaRPr lang="en-US" sz="2000" b="1" dirty="0"/>
          </a:p>
        </p:txBody>
      </p:sp>
      <p:sp>
        <p:nvSpPr>
          <p:cNvPr id="16" name="TextBox 15">
            <a:extLst>
              <a:ext uri="{FF2B5EF4-FFF2-40B4-BE49-F238E27FC236}">
                <a16:creationId xmlns="" xmlns:a16="http://schemas.microsoft.com/office/drawing/2014/main" id="{FEC0041A-07C7-63E5-66DD-A44DCA492CAB}"/>
              </a:ext>
            </a:extLst>
          </p:cNvPr>
          <p:cNvSpPr txBox="1"/>
          <p:nvPr/>
        </p:nvSpPr>
        <p:spPr>
          <a:xfrm>
            <a:off x="457200" y="2278221"/>
            <a:ext cx="4178300" cy="3170099"/>
          </a:xfrm>
          <a:prstGeom prst="rect">
            <a:avLst/>
          </a:prstGeom>
          <a:noFill/>
        </p:spPr>
        <p:txBody>
          <a:bodyPr wrap="square" rtlCol="0">
            <a:spAutoFit/>
          </a:bodyPr>
          <a:lstStyle/>
          <a:p>
            <a:r>
              <a:rPr lang="en-US" sz="3600" b="1" dirty="0"/>
              <a:t>Mobile Computing With Android </a:t>
            </a:r>
          </a:p>
          <a:p>
            <a:r>
              <a:rPr lang="en-US" sz="3200" dirty="0"/>
              <a:t>Project Synopsis &amp; Report </a:t>
            </a:r>
          </a:p>
          <a:p>
            <a:endParaRPr lang="en-US" sz="3200" dirty="0"/>
          </a:p>
          <a:p>
            <a:endParaRPr lang="en-US" sz="3200" dirty="0"/>
          </a:p>
        </p:txBody>
      </p:sp>
    </p:spTree>
    <p:extLst>
      <p:ext uri="{BB962C8B-B14F-4D97-AF65-F5344CB8AC3E}">
        <p14:creationId xmlns="" xmlns:p14="http://schemas.microsoft.com/office/powerpoint/2010/main" val="3063116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5108AA5-5489-EA34-2C5B-E0370D919EDD}"/>
              </a:ext>
            </a:extLst>
          </p:cNvPr>
          <p:cNvSpPr>
            <a:spLocks noGrp="1"/>
          </p:cNvSpPr>
          <p:nvPr>
            <p:ph type="title"/>
          </p:nvPr>
        </p:nvSpPr>
        <p:spPr/>
        <p:txBody>
          <a:bodyPr/>
          <a:lstStyle/>
          <a:p>
            <a:r>
              <a:rPr lang="en-US" dirty="0"/>
              <a:t>Idea Approach Details</a:t>
            </a:r>
          </a:p>
        </p:txBody>
      </p:sp>
      <p:sp>
        <p:nvSpPr>
          <p:cNvPr id="3" name="Content Placeholder 2">
            <a:extLst>
              <a:ext uri="{FF2B5EF4-FFF2-40B4-BE49-F238E27FC236}">
                <a16:creationId xmlns="" xmlns:a16="http://schemas.microsoft.com/office/drawing/2014/main" id="{A5D5FA93-48C7-2EEF-6957-EB27736F3C6F}"/>
              </a:ext>
            </a:extLst>
          </p:cNvPr>
          <p:cNvSpPr>
            <a:spLocks noGrp="1"/>
          </p:cNvSpPr>
          <p:nvPr>
            <p:ph idx="1"/>
          </p:nvPr>
        </p:nvSpPr>
        <p:spPr>
          <a:xfrm>
            <a:off x="838201" y="1825625"/>
            <a:ext cx="5257800" cy="3472089"/>
          </a:xfrm>
          <a:prstGeom prst="rect">
            <a:avLst/>
          </a:prstGeom>
          <a:ln w="9525">
            <a:solidFill>
              <a:schemeClr val="tx1"/>
            </a:solidFill>
          </a:ln>
          <a:effectLst>
            <a:softEdge rad="0"/>
          </a:effectLst>
        </p:spPr>
        <p:txBody>
          <a:bodyPr>
            <a:normAutofit fontScale="92500" lnSpcReduction="10000"/>
          </a:bodyPr>
          <a:lstStyle/>
          <a:p>
            <a:pPr marL="0" indent="0">
              <a:buNone/>
            </a:pPr>
            <a:r>
              <a:rPr lang="en-US" sz="2400" dirty="0" smtClean="0">
                <a:solidFill>
                  <a:schemeClr val="accent2"/>
                </a:solidFill>
              </a:rPr>
              <a:t>About Application:</a:t>
            </a:r>
            <a:endParaRPr lang="en-US" sz="2400" dirty="0">
              <a:solidFill>
                <a:schemeClr val="accent2"/>
              </a:solidFill>
            </a:endParaRPr>
          </a:p>
          <a:p>
            <a:pPr>
              <a:buFont typeface="Wingdings" panose="05000000000000000000" pitchFamily="2" charset="2"/>
              <a:buChar char="Ø"/>
            </a:pPr>
            <a:r>
              <a:rPr lang="en-US" sz="2400" dirty="0"/>
              <a:t> </a:t>
            </a:r>
            <a:r>
              <a:rPr lang="en-US" sz="2400" dirty="0" smtClean="0"/>
              <a:t>This</a:t>
            </a:r>
            <a:r>
              <a:rPr lang="en-US" sz="2400" dirty="0" smtClean="0"/>
              <a:t> </a:t>
            </a:r>
            <a:r>
              <a:rPr lang="en-US" sz="2400" dirty="0" smtClean="0"/>
              <a:t>is a simple yet creative Android application that turns everyday moods into quick and comforting vegetarian meal ideas. By combining intuitive design with practical features, the app makes cooking more enjoyable and less stressful. This project demonstrates effective use of core Android components and highlights how even basic tools can be used to solve real-life problems in a fun, user-friendly way. </a:t>
            </a:r>
            <a:endParaRPr lang="en-US" sz="2400" dirty="0"/>
          </a:p>
        </p:txBody>
      </p:sp>
      <p:sp>
        <p:nvSpPr>
          <p:cNvPr id="7" name="Content Placeholder 2">
            <a:extLst>
              <a:ext uri="{FF2B5EF4-FFF2-40B4-BE49-F238E27FC236}">
                <a16:creationId xmlns="" xmlns:a16="http://schemas.microsoft.com/office/drawing/2014/main" id="{34E992A1-B451-8A9E-B3AE-E609F8DC00FC}"/>
              </a:ext>
            </a:extLst>
          </p:cNvPr>
          <p:cNvSpPr txBox="1">
            <a:spLocks/>
          </p:cNvSpPr>
          <p:nvPr/>
        </p:nvSpPr>
        <p:spPr>
          <a:xfrm>
            <a:off x="6328229" y="1175657"/>
            <a:ext cx="5520871" cy="5000804"/>
          </a:xfrm>
          <a:prstGeom prst="rect">
            <a:avLst/>
          </a:prstGeom>
          <a:ln w="9525">
            <a:solidFill>
              <a:schemeClr val="tx1"/>
            </a:solidFill>
          </a:ln>
          <a:effectLst>
            <a:softEdge rad="0"/>
          </a:effectLst>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smtClean="0">
                <a:solidFill>
                  <a:schemeClr val="accent2"/>
                </a:solidFill>
              </a:rPr>
              <a:t>Technologies used </a:t>
            </a:r>
            <a:r>
              <a:rPr lang="en-US" sz="2400" dirty="0" smtClean="0">
                <a:solidFill>
                  <a:schemeClr val="accent2"/>
                </a:solidFill>
              </a:rPr>
              <a:t>:</a:t>
            </a:r>
          </a:p>
          <a:p>
            <a:r>
              <a:rPr lang="en-US" sz="2500" dirty="0" smtClean="0"/>
              <a:t> </a:t>
            </a:r>
            <a:r>
              <a:rPr lang="en-US" sz="2500" b="1" dirty="0" smtClean="0"/>
              <a:t>1. Java :</a:t>
            </a:r>
            <a:r>
              <a:rPr lang="en-US" sz="2500" dirty="0" smtClean="0"/>
              <a:t/>
            </a:r>
            <a:br>
              <a:rPr lang="en-US" sz="2500" dirty="0" smtClean="0"/>
            </a:br>
            <a:r>
              <a:rPr lang="en-US" sz="2500" dirty="0" smtClean="0"/>
              <a:t>Used as the primary programming language to handle game logic, user interactions, and activity lifecycle in Android. Java is well-supported in Android development and perfect for beginners building mobile apps.</a:t>
            </a:r>
          </a:p>
          <a:p>
            <a:r>
              <a:rPr lang="en-US" sz="2500" b="1" dirty="0" smtClean="0"/>
              <a:t>2. Android SDK (Framework):</a:t>
            </a:r>
            <a:r>
              <a:rPr lang="en-US" sz="2500" dirty="0" smtClean="0"/>
              <a:t/>
            </a:r>
            <a:br>
              <a:rPr lang="en-US" sz="2500" dirty="0" smtClean="0"/>
            </a:br>
            <a:r>
              <a:rPr lang="en-US" sz="2500" dirty="0" smtClean="0"/>
              <a:t>Provides the core tools and libraries needed to build Android apps. It supports activity management, UI elements, and system interactions.</a:t>
            </a:r>
          </a:p>
          <a:p>
            <a:r>
              <a:rPr lang="en-US" sz="2500" b="1" dirty="0" smtClean="0"/>
              <a:t>3. XML (User Interface Design):</a:t>
            </a:r>
            <a:r>
              <a:rPr lang="en-US" sz="2500" dirty="0" smtClean="0"/>
              <a:t/>
            </a:r>
            <a:br>
              <a:rPr lang="en-US" sz="2500" dirty="0" smtClean="0"/>
            </a:br>
            <a:r>
              <a:rPr lang="en-US" sz="2500" dirty="0" smtClean="0"/>
              <a:t>Used to define the layout and visual structure of the app — including buttons, grid layout, text views, and overall app styling.</a:t>
            </a:r>
          </a:p>
          <a:p>
            <a:r>
              <a:rPr lang="en-US" sz="2500" b="1" dirty="0" smtClean="0"/>
              <a:t>4. Android Studio (IDE):</a:t>
            </a:r>
            <a:r>
              <a:rPr lang="en-US" sz="2500" dirty="0" smtClean="0"/>
              <a:t/>
            </a:r>
            <a:br>
              <a:rPr lang="en-US" sz="2500" dirty="0" smtClean="0"/>
            </a:br>
            <a:r>
              <a:rPr lang="en-US" sz="2500" dirty="0" smtClean="0"/>
              <a:t>The main development environment used to write, compile, test, and debug the app. It offers an emulator for testing and tools for layout preview, resource management, and performance checks.</a:t>
            </a:r>
          </a:p>
          <a:p>
            <a:pPr>
              <a:buFont typeface="Wingdings" panose="05000000000000000000" pitchFamily="2" charset="2"/>
              <a:buChar char="Ø"/>
            </a:pPr>
            <a:endParaRPr lang="en-US" sz="2400" dirty="0"/>
          </a:p>
        </p:txBody>
      </p:sp>
    </p:spTree>
    <p:extLst>
      <p:ext uri="{BB962C8B-B14F-4D97-AF65-F5344CB8AC3E}">
        <p14:creationId xmlns="" xmlns:p14="http://schemas.microsoft.com/office/powerpoint/2010/main" val="2092229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5108AA5-5489-EA34-2C5B-E0370D919EDD}"/>
              </a:ext>
            </a:extLst>
          </p:cNvPr>
          <p:cNvSpPr>
            <a:spLocks noGrp="1"/>
          </p:cNvSpPr>
          <p:nvPr>
            <p:ph type="title"/>
          </p:nvPr>
        </p:nvSpPr>
        <p:spPr/>
        <p:txBody>
          <a:bodyPr/>
          <a:lstStyle/>
          <a:p>
            <a:r>
              <a:rPr lang="en-US" dirty="0"/>
              <a:t>Idea Approach Details</a:t>
            </a:r>
          </a:p>
        </p:txBody>
      </p:sp>
      <p:sp>
        <p:nvSpPr>
          <p:cNvPr id="3" name="Content Placeholder 2">
            <a:extLst>
              <a:ext uri="{FF2B5EF4-FFF2-40B4-BE49-F238E27FC236}">
                <a16:creationId xmlns="" xmlns:a16="http://schemas.microsoft.com/office/drawing/2014/main" id="{A5D5FA93-48C7-2EEF-6957-EB27736F3C6F}"/>
              </a:ext>
            </a:extLst>
          </p:cNvPr>
          <p:cNvSpPr>
            <a:spLocks noGrp="1"/>
          </p:cNvSpPr>
          <p:nvPr>
            <p:ph idx="1"/>
          </p:nvPr>
        </p:nvSpPr>
        <p:spPr>
          <a:xfrm>
            <a:off x="838200" y="1825625"/>
            <a:ext cx="5823857" cy="3457575"/>
          </a:xfrm>
          <a:prstGeom prst="rect">
            <a:avLst/>
          </a:prstGeom>
          <a:ln w="9525">
            <a:solidFill>
              <a:schemeClr val="tx1"/>
            </a:solidFill>
          </a:ln>
          <a:effectLst>
            <a:softEdge rad="0"/>
          </a:effectLst>
        </p:spPr>
        <p:txBody>
          <a:bodyPr>
            <a:normAutofit/>
          </a:bodyPr>
          <a:lstStyle/>
          <a:p>
            <a:pPr>
              <a:buNone/>
            </a:pPr>
            <a:r>
              <a:rPr lang="en-US" sz="2400" dirty="0" smtClean="0">
                <a:solidFill>
                  <a:schemeClr val="accent2"/>
                </a:solidFill>
              </a:rPr>
              <a:t>Flowchart:</a:t>
            </a:r>
            <a:r>
              <a:rPr lang="en-US" sz="2400" dirty="0" smtClean="0"/>
              <a:t> </a:t>
            </a:r>
          </a:p>
          <a:p>
            <a:pPr marL="0" indent="0">
              <a:buNone/>
            </a:pPr>
            <a:r>
              <a:rPr lang="en-US" sz="2000" dirty="0" smtClean="0"/>
              <a:t>Start →</a:t>
            </a:r>
          </a:p>
          <a:p>
            <a:pPr marL="0" indent="0">
              <a:buNone/>
            </a:pPr>
            <a:r>
              <a:rPr lang="en-US" sz="2000" dirty="0" smtClean="0"/>
              <a:t>App </a:t>
            </a:r>
            <a:r>
              <a:rPr lang="en-US" sz="2000" dirty="0" smtClean="0"/>
              <a:t>Opens → </a:t>
            </a:r>
            <a:endParaRPr lang="en-US" sz="2000" dirty="0" smtClean="0"/>
          </a:p>
          <a:p>
            <a:pPr marL="0" indent="0">
              <a:buNone/>
            </a:pPr>
            <a:r>
              <a:rPr lang="en-US" sz="2000" dirty="0" smtClean="0"/>
              <a:t>User </a:t>
            </a:r>
            <a:r>
              <a:rPr lang="en-US" sz="2000" dirty="0" smtClean="0"/>
              <a:t>selects mood → </a:t>
            </a:r>
            <a:endParaRPr lang="en-US" sz="2000" dirty="0" smtClean="0"/>
          </a:p>
          <a:p>
            <a:pPr marL="0" indent="0">
              <a:buNone/>
            </a:pPr>
            <a:r>
              <a:rPr lang="en-US" sz="2000" dirty="0" smtClean="0"/>
              <a:t>Clicks </a:t>
            </a:r>
            <a:r>
              <a:rPr lang="en-US" sz="2000" dirty="0" smtClean="0"/>
              <a:t>“Show Recipe” or “Show Detailed Recipe” </a:t>
            </a:r>
            <a:r>
              <a:rPr lang="en-US" sz="2000" dirty="0" smtClean="0"/>
              <a:t>→</a:t>
            </a:r>
          </a:p>
          <a:p>
            <a:pPr marL="0" indent="0">
              <a:buNone/>
            </a:pPr>
            <a:r>
              <a:rPr lang="en-US" sz="2000" dirty="0" smtClean="0"/>
              <a:t>Recipe </a:t>
            </a:r>
            <a:r>
              <a:rPr lang="en-US" sz="2000" dirty="0" smtClean="0"/>
              <a:t>is displayed → </a:t>
            </a:r>
            <a:endParaRPr lang="en-US" sz="2000" dirty="0" smtClean="0"/>
          </a:p>
          <a:p>
            <a:pPr marL="0" indent="0">
              <a:buNone/>
            </a:pPr>
            <a:r>
              <a:rPr lang="en-US" sz="2000" dirty="0" smtClean="0"/>
              <a:t>User </a:t>
            </a:r>
            <a:r>
              <a:rPr lang="en-US" sz="2000" dirty="0" smtClean="0"/>
              <a:t>exits or selects new mood</a:t>
            </a:r>
          </a:p>
          <a:p>
            <a:pPr marL="0" indent="0">
              <a:buNone/>
            </a:pPr>
            <a:endParaRPr lang="en-US" sz="2400" dirty="0" smtClean="0">
              <a:solidFill>
                <a:schemeClr val="accent2"/>
              </a:solidFill>
            </a:endParaRPr>
          </a:p>
          <a:p>
            <a:pPr marL="0" indent="0">
              <a:buNone/>
            </a:pPr>
            <a:endParaRPr lang="en-US" sz="2400" dirty="0"/>
          </a:p>
        </p:txBody>
      </p:sp>
      <p:sp>
        <p:nvSpPr>
          <p:cNvPr id="7" name="Content Placeholder 2">
            <a:extLst>
              <a:ext uri="{FF2B5EF4-FFF2-40B4-BE49-F238E27FC236}">
                <a16:creationId xmlns="" xmlns:a16="http://schemas.microsoft.com/office/drawing/2014/main" id="{34E992A1-B451-8A9E-B3AE-E609F8DC00FC}"/>
              </a:ext>
            </a:extLst>
          </p:cNvPr>
          <p:cNvSpPr txBox="1">
            <a:spLocks/>
          </p:cNvSpPr>
          <p:nvPr/>
        </p:nvSpPr>
        <p:spPr>
          <a:xfrm>
            <a:off x="6865257" y="1811755"/>
            <a:ext cx="4983843" cy="3471445"/>
          </a:xfrm>
          <a:prstGeom prst="rect">
            <a:avLst/>
          </a:prstGeom>
          <a:ln w="9525">
            <a:solidFill>
              <a:schemeClr val="tx1"/>
            </a:solidFill>
          </a:ln>
          <a:effectLst>
            <a:softEdge rad="0"/>
          </a:effec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smtClean="0">
                <a:solidFill>
                  <a:schemeClr val="accent2"/>
                </a:solidFill>
              </a:rPr>
              <a:t>Use cases:</a:t>
            </a:r>
            <a:endParaRPr lang="en-US" sz="2400" dirty="0">
              <a:solidFill>
                <a:schemeClr val="accent2"/>
              </a:solidFill>
            </a:endParaRPr>
          </a:p>
          <a:p>
            <a:r>
              <a:rPr lang="en-US" sz="2000" dirty="0" smtClean="0"/>
              <a:t>Quick decision-making for meal ideas</a:t>
            </a:r>
          </a:p>
          <a:p>
            <a:r>
              <a:rPr lang="en-US" sz="2000" dirty="0" smtClean="0"/>
              <a:t>No login or data input required — instant use</a:t>
            </a:r>
          </a:p>
          <a:p>
            <a:r>
              <a:rPr lang="en-US" sz="2000" dirty="0" smtClean="0"/>
              <a:t>Enhances user experience through personalization</a:t>
            </a:r>
          </a:p>
          <a:p>
            <a:r>
              <a:rPr lang="en-US" sz="2000" dirty="0" smtClean="0"/>
              <a:t>Minimal design for quick recipe access</a:t>
            </a:r>
          </a:p>
          <a:p>
            <a:r>
              <a:rPr lang="en-US" sz="2000" dirty="0" smtClean="0"/>
              <a:t>Great for students, beginners, or lazy day cooks</a:t>
            </a:r>
          </a:p>
          <a:p>
            <a:pPr>
              <a:buNone/>
            </a:pPr>
            <a:endParaRPr lang="en-US" sz="2400" dirty="0"/>
          </a:p>
        </p:txBody>
      </p:sp>
    </p:spTree>
    <p:extLst>
      <p:ext uri="{BB962C8B-B14F-4D97-AF65-F5344CB8AC3E}">
        <p14:creationId xmlns="" xmlns:p14="http://schemas.microsoft.com/office/powerpoint/2010/main" val="4123606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003971" cy="229960"/>
          </a:xfrm>
        </p:spPr>
        <p:txBody>
          <a:bodyPr>
            <a:noAutofit/>
          </a:bodyPr>
          <a:lstStyle/>
          <a:p>
            <a:r>
              <a:rPr lang="en-US" sz="3600" b="1" dirty="0" smtClean="0"/>
              <a:t>XML CODE:</a:t>
            </a:r>
            <a:endParaRPr lang="en-US" sz="3600" b="1" dirty="0"/>
          </a:p>
        </p:txBody>
      </p:sp>
      <p:sp>
        <p:nvSpPr>
          <p:cNvPr id="3" name="Content Placeholder 2"/>
          <p:cNvSpPr>
            <a:spLocks noGrp="1"/>
          </p:cNvSpPr>
          <p:nvPr>
            <p:ph idx="1"/>
          </p:nvPr>
        </p:nvSpPr>
        <p:spPr>
          <a:xfrm>
            <a:off x="838200" y="696686"/>
            <a:ext cx="10515600" cy="5863771"/>
          </a:xfrm>
          <a:ln>
            <a:solidFill>
              <a:schemeClr val="tx1"/>
            </a:solidFill>
          </a:ln>
        </p:spPr>
        <p:txBody>
          <a:bodyPr>
            <a:normAutofit fontScale="92500" lnSpcReduction="10000"/>
          </a:bodyPr>
          <a:lstStyle/>
          <a:p>
            <a:pPr>
              <a:buNone/>
            </a:pPr>
            <a:r>
              <a:rPr lang="en-US" sz="1800" dirty="0" smtClean="0"/>
              <a:t>&lt;?xml version="1.0" encoding="utf-8"?&gt;&lt;</a:t>
            </a:r>
          </a:p>
          <a:p>
            <a:pPr>
              <a:buNone/>
            </a:pPr>
            <a:r>
              <a:rPr lang="en-US" sz="1800" dirty="0" err="1" smtClean="0"/>
              <a:t>RelativeLayout</a:t>
            </a:r>
            <a:r>
              <a:rPr lang="en-US" sz="1800" dirty="0" smtClean="0"/>
              <a:t> </a:t>
            </a:r>
            <a:r>
              <a:rPr lang="en-US" sz="1800" dirty="0" err="1" smtClean="0"/>
              <a:t>xmlns:android</a:t>
            </a:r>
            <a:r>
              <a:rPr lang="en-US" sz="1800" dirty="0" smtClean="0"/>
              <a:t>="http://schemas.android.com/apk/res/android"    </a:t>
            </a:r>
            <a:r>
              <a:rPr lang="en-US" sz="1800" dirty="0" err="1" smtClean="0"/>
              <a:t>android:layout_width</a:t>
            </a:r>
            <a:r>
              <a:rPr lang="en-US" sz="1800" dirty="0" smtClean="0"/>
              <a:t>="</a:t>
            </a:r>
            <a:r>
              <a:rPr lang="en-US" sz="1800" dirty="0" err="1" smtClean="0"/>
              <a:t>match_parent</a:t>
            </a:r>
            <a:r>
              <a:rPr lang="en-US" sz="1800" dirty="0" smtClean="0"/>
              <a:t>"    </a:t>
            </a:r>
            <a:r>
              <a:rPr lang="en-US" sz="1800" dirty="0" err="1" smtClean="0"/>
              <a:t>android:layout_height</a:t>
            </a:r>
            <a:r>
              <a:rPr lang="en-US" sz="1800" dirty="0" smtClean="0"/>
              <a:t>="</a:t>
            </a:r>
            <a:r>
              <a:rPr lang="en-US" sz="1800" dirty="0" err="1" smtClean="0"/>
              <a:t>match_parent</a:t>
            </a:r>
            <a:r>
              <a:rPr lang="en-US" sz="1800" dirty="0" smtClean="0"/>
              <a:t>"&gt;        </a:t>
            </a:r>
          </a:p>
          <a:p>
            <a:pPr>
              <a:buNone/>
            </a:pPr>
            <a:r>
              <a:rPr lang="en-US" sz="1800" dirty="0" smtClean="0"/>
              <a:t>&lt;Spinner        </a:t>
            </a:r>
            <a:r>
              <a:rPr lang="en-US" sz="1800" dirty="0" err="1" smtClean="0"/>
              <a:t>android:id</a:t>
            </a:r>
            <a:r>
              <a:rPr lang="en-US" sz="1800" dirty="0" smtClean="0"/>
              <a:t>="@+id/</a:t>
            </a:r>
            <a:r>
              <a:rPr lang="en-US" sz="1800" dirty="0" err="1" smtClean="0"/>
              <a:t>vibeSpinner</a:t>
            </a:r>
            <a:r>
              <a:rPr lang="en-US" sz="1800" dirty="0" smtClean="0"/>
              <a:t>"        </a:t>
            </a:r>
            <a:r>
              <a:rPr lang="en-US" sz="1800" dirty="0" err="1" smtClean="0"/>
              <a:t>android:layout_width</a:t>
            </a:r>
            <a:r>
              <a:rPr lang="en-US" sz="1800" dirty="0" smtClean="0"/>
              <a:t>="</a:t>
            </a:r>
            <a:r>
              <a:rPr lang="en-US" sz="1800" dirty="0" err="1" smtClean="0"/>
              <a:t>wrap_content</a:t>
            </a:r>
            <a:r>
              <a:rPr lang="en-US" sz="1800" dirty="0" smtClean="0"/>
              <a:t>"        </a:t>
            </a:r>
            <a:r>
              <a:rPr lang="en-US" sz="1800" dirty="0" err="1" smtClean="0"/>
              <a:t>android:layout_height</a:t>
            </a:r>
            <a:r>
              <a:rPr lang="en-US" sz="1800" dirty="0" smtClean="0"/>
              <a:t>="</a:t>
            </a:r>
            <a:r>
              <a:rPr lang="en-US" sz="1800" dirty="0" err="1" smtClean="0"/>
              <a:t>wrap_content</a:t>
            </a:r>
            <a:r>
              <a:rPr lang="en-US" sz="1800" dirty="0" smtClean="0"/>
              <a:t>"        </a:t>
            </a:r>
            <a:r>
              <a:rPr lang="en-US" sz="1800" dirty="0" err="1" smtClean="0"/>
              <a:t>android:layout_centerHorizontal</a:t>
            </a:r>
            <a:r>
              <a:rPr lang="en-US" sz="1800" dirty="0" smtClean="0"/>
              <a:t>="true"        </a:t>
            </a:r>
            <a:r>
              <a:rPr lang="en-US" sz="1800" dirty="0" err="1" smtClean="0"/>
              <a:t>android:layout_marginTop</a:t>
            </a:r>
            <a:r>
              <a:rPr lang="en-US" sz="1800" dirty="0" smtClean="0"/>
              <a:t>="50dp"/&gt;    </a:t>
            </a:r>
          </a:p>
          <a:p>
            <a:pPr>
              <a:buNone/>
            </a:pPr>
            <a:r>
              <a:rPr lang="en-US" sz="1800" dirty="0" smtClean="0"/>
              <a:t>&lt;Button        </a:t>
            </a:r>
            <a:r>
              <a:rPr lang="en-US" sz="1800" dirty="0" err="1" smtClean="0"/>
              <a:t>android:id</a:t>
            </a:r>
            <a:r>
              <a:rPr lang="en-US" sz="1800" dirty="0" smtClean="0"/>
              <a:t>="@+id/</a:t>
            </a:r>
            <a:r>
              <a:rPr lang="en-US" sz="1800" dirty="0" err="1" smtClean="0"/>
              <a:t>showRecipeButton</a:t>
            </a:r>
            <a:r>
              <a:rPr lang="en-US" sz="1800" dirty="0" smtClean="0"/>
              <a:t>"        </a:t>
            </a:r>
            <a:r>
              <a:rPr lang="en-US" sz="1800" dirty="0" err="1" smtClean="0"/>
              <a:t>android:layout_width</a:t>
            </a:r>
            <a:r>
              <a:rPr lang="en-US" sz="1800" dirty="0" smtClean="0"/>
              <a:t>="</a:t>
            </a:r>
            <a:r>
              <a:rPr lang="en-US" sz="1800" dirty="0" err="1" smtClean="0"/>
              <a:t>wrap_content</a:t>
            </a:r>
            <a:r>
              <a:rPr lang="en-US" sz="1800" dirty="0" smtClean="0"/>
              <a:t>"        </a:t>
            </a:r>
            <a:r>
              <a:rPr lang="en-US" sz="1800" dirty="0" err="1" smtClean="0"/>
              <a:t>android:layout_height</a:t>
            </a:r>
            <a:r>
              <a:rPr lang="en-US" sz="1800" dirty="0" smtClean="0"/>
              <a:t>="</a:t>
            </a:r>
            <a:r>
              <a:rPr lang="en-US" sz="1800" dirty="0" err="1" smtClean="0"/>
              <a:t>wrap_content</a:t>
            </a:r>
            <a:r>
              <a:rPr lang="en-US" sz="1800" dirty="0" smtClean="0"/>
              <a:t>"        </a:t>
            </a:r>
            <a:r>
              <a:rPr lang="en-US" sz="1800" dirty="0" err="1" smtClean="0"/>
              <a:t>android:text</a:t>
            </a:r>
            <a:r>
              <a:rPr lang="en-US" sz="1800" dirty="0" smtClean="0"/>
              <a:t>="Show Recipe"        </a:t>
            </a:r>
            <a:r>
              <a:rPr lang="en-US" sz="1800" dirty="0" err="1" smtClean="0"/>
              <a:t>android:layout_below</a:t>
            </a:r>
            <a:r>
              <a:rPr lang="en-US" sz="1800" dirty="0" smtClean="0"/>
              <a:t>="@id/</a:t>
            </a:r>
            <a:r>
              <a:rPr lang="en-US" sz="1800" dirty="0" err="1" smtClean="0"/>
              <a:t>vibeSpinner</a:t>
            </a:r>
            <a:r>
              <a:rPr lang="en-US" sz="1800" dirty="0" smtClean="0"/>
              <a:t>"        </a:t>
            </a:r>
            <a:r>
              <a:rPr lang="en-US" sz="1800" dirty="0" err="1" smtClean="0"/>
              <a:t>android:layout_centerHorizontal</a:t>
            </a:r>
            <a:r>
              <a:rPr lang="en-US" sz="1800" dirty="0" smtClean="0"/>
              <a:t>="true"        </a:t>
            </a:r>
            <a:r>
              <a:rPr lang="en-US" sz="1800" dirty="0" err="1" smtClean="0"/>
              <a:t>android:layout_marginTop</a:t>
            </a:r>
            <a:r>
              <a:rPr lang="en-US" sz="1800" dirty="0" smtClean="0"/>
              <a:t>="20dp"/&gt;       </a:t>
            </a:r>
          </a:p>
          <a:p>
            <a:pPr>
              <a:buNone/>
            </a:pPr>
            <a:r>
              <a:rPr lang="en-US" sz="1800" dirty="0" smtClean="0"/>
              <a:t> &lt;Button        </a:t>
            </a:r>
            <a:r>
              <a:rPr lang="en-US" sz="1800" dirty="0" err="1" smtClean="0"/>
              <a:t>android:id</a:t>
            </a:r>
            <a:r>
              <a:rPr lang="en-US" sz="1800" dirty="0" smtClean="0"/>
              <a:t>="@+id/</a:t>
            </a:r>
            <a:r>
              <a:rPr lang="en-US" sz="1800" dirty="0" err="1" smtClean="0"/>
              <a:t>viewRecipeButton</a:t>
            </a:r>
            <a:r>
              <a:rPr lang="en-US" sz="1800" dirty="0" smtClean="0"/>
              <a:t>"        </a:t>
            </a:r>
            <a:r>
              <a:rPr lang="en-US" sz="1800" dirty="0" err="1" smtClean="0"/>
              <a:t>android:layout_width</a:t>
            </a:r>
            <a:r>
              <a:rPr lang="en-US" sz="1800" dirty="0" smtClean="0"/>
              <a:t>="</a:t>
            </a:r>
            <a:r>
              <a:rPr lang="en-US" sz="1800" dirty="0" err="1" smtClean="0"/>
              <a:t>wrap_content</a:t>
            </a:r>
            <a:r>
              <a:rPr lang="en-US" sz="1800" dirty="0" smtClean="0"/>
              <a:t>"        </a:t>
            </a:r>
            <a:r>
              <a:rPr lang="en-US" sz="1800" dirty="0" err="1" smtClean="0"/>
              <a:t>android:layout_height</a:t>
            </a:r>
            <a:r>
              <a:rPr lang="en-US" sz="1800" dirty="0" smtClean="0"/>
              <a:t>="</a:t>
            </a:r>
            <a:r>
              <a:rPr lang="en-US" sz="1800" dirty="0" err="1" smtClean="0"/>
              <a:t>wrap_content</a:t>
            </a:r>
            <a:r>
              <a:rPr lang="en-US" sz="1800" dirty="0" smtClean="0"/>
              <a:t>"        </a:t>
            </a:r>
            <a:r>
              <a:rPr lang="en-US" sz="1800" dirty="0" err="1" smtClean="0"/>
              <a:t>android:text</a:t>
            </a:r>
            <a:r>
              <a:rPr lang="en-US" sz="1800" dirty="0" smtClean="0"/>
              <a:t>="View Recipe"        </a:t>
            </a:r>
            <a:r>
              <a:rPr lang="en-US" sz="1800" dirty="0" err="1" smtClean="0"/>
              <a:t>android:layout_below</a:t>
            </a:r>
            <a:r>
              <a:rPr lang="en-US" sz="1800" dirty="0" smtClean="0"/>
              <a:t>="@id/</a:t>
            </a:r>
            <a:r>
              <a:rPr lang="en-US" sz="1800" dirty="0" err="1" smtClean="0"/>
              <a:t>showRecipeButton</a:t>
            </a:r>
            <a:r>
              <a:rPr lang="en-US" sz="1800" dirty="0" smtClean="0"/>
              <a:t>"        </a:t>
            </a:r>
            <a:r>
              <a:rPr lang="en-US" sz="1800" dirty="0" err="1" smtClean="0"/>
              <a:t>android:layout_centerHorizontal</a:t>
            </a:r>
            <a:r>
              <a:rPr lang="en-US" sz="1800" dirty="0" smtClean="0"/>
              <a:t>="true"        </a:t>
            </a:r>
            <a:r>
              <a:rPr lang="en-US" sz="1800" dirty="0" err="1" smtClean="0"/>
              <a:t>android:layout_marginTop</a:t>
            </a:r>
            <a:r>
              <a:rPr lang="en-US" sz="1800" dirty="0" smtClean="0"/>
              <a:t>="20dp"/&gt;   </a:t>
            </a:r>
          </a:p>
          <a:p>
            <a:pPr>
              <a:buNone/>
            </a:pPr>
            <a:r>
              <a:rPr lang="en-US" sz="1800" dirty="0" smtClean="0"/>
              <a:t> &lt;</a:t>
            </a:r>
            <a:r>
              <a:rPr lang="en-US" sz="1800" dirty="0" err="1" smtClean="0"/>
              <a:t>TextView</a:t>
            </a:r>
            <a:r>
              <a:rPr lang="en-US" sz="1800" dirty="0" smtClean="0"/>
              <a:t>        </a:t>
            </a:r>
            <a:r>
              <a:rPr lang="en-US" sz="1800" dirty="0" err="1" smtClean="0"/>
              <a:t>android:id</a:t>
            </a:r>
            <a:r>
              <a:rPr lang="en-US" sz="1800" dirty="0" smtClean="0"/>
              <a:t>="@+id/</a:t>
            </a:r>
            <a:r>
              <a:rPr lang="en-US" sz="1800" dirty="0" err="1" smtClean="0"/>
              <a:t>recipeText</a:t>
            </a:r>
            <a:r>
              <a:rPr lang="en-US" sz="1800" dirty="0" smtClean="0"/>
              <a:t>"        </a:t>
            </a:r>
            <a:r>
              <a:rPr lang="en-US" sz="1800" dirty="0" err="1" smtClean="0"/>
              <a:t>android:layout_width</a:t>
            </a:r>
            <a:r>
              <a:rPr lang="en-US" sz="1800" dirty="0" smtClean="0"/>
              <a:t>="</a:t>
            </a:r>
            <a:r>
              <a:rPr lang="en-US" sz="1800" dirty="0" err="1" smtClean="0"/>
              <a:t>wrap_content</a:t>
            </a:r>
            <a:r>
              <a:rPr lang="en-US" sz="1800" dirty="0" smtClean="0"/>
              <a:t>"        </a:t>
            </a:r>
            <a:r>
              <a:rPr lang="en-US" sz="1800" dirty="0" err="1" smtClean="0"/>
              <a:t>android:layout_height</a:t>
            </a:r>
            <a:r>
              <a:rPr lang="en-US" sz="1800" dirty="0" smtClean="0"/>
              <a:t>="</a:t>
            </a:r>
            <a:r>
              <a:rPr lang="en-US" sz="1800" dirty="0" err="1" smtClean="0"/>
              <a:t>wrap_content</a:t>
            </a:r>
            <a:r>
              <a:rPr lang="en-US" sz="1800" dirty="0" smtClean="0"/>
              <a:t>"        </a:t>
            </a:r>
            <a:r>
              <a:rPr lang="en-US" sz="1800" dirty="0" err="1" smtClean="0"/>
              <a:t>android:text</a:t>
            </a:r>
            <a:r>
              <a:rPr lang="en-US" sz="1800" dirty="0" smtClean="0"/>
              <a:t>="Recipe will appear here"        </a:t>
            </a:r>
            <a:r>
              <a:rPr lang="en-US" sz="1800" dirty="0" err="1" smtClean="0"/>
              <a:t>android:layout_below</a:t>
            </a:r>
            <a:r>
              <a:rPr lang="en-US" sz="1800" dirty="0" smtClean="0"/>
              <a:t>="@id/</a:t>
            </a:r>
            <a:r>
              <a:rPr lang="en-US" sz="1800" dirty="0" err="1" smtClean="0"/>
              <a:t>viewRecipeButton</a:t>
            </a:r>
            <a:r>
              <a:rPr lang="en-US" sz="1800" dirty="0" smtClean="0"/>
              <a:t>"        </a:t>
            </a:r>
            <a:r>
              <a:rPr lang="en-US" sz="1800" dirty="0" err="1" smtClean="0"/>
              <a:t>android:layout_centerHorizontal</a:t>
            </a:r>
            <a:r>
              <a:rPr lang="en-US" sz="1800" dirty="0" smtClean="0"/>
              <a:t>="true"        </a:t>
            </a:r>
            <a:r>
              <a:rPr lang="en-US" sz="1800" dirty="0" err="1" smtClean="0"/>
              <a:t>android:layout_marginTop</a:t>
            </a:r>
            <a:r>
              <a:rPr lang="en-US" sz="1800" dirty="0" smtClean="0"/>
              <a:t>="30dp"        </a:t>
            </a:r>
            <a:r>
              <a:rPr lang="en-US" sz="1800" dirty="0" err="1" smtClean="0"/>
              <a:t>android:textSize</a:t>
            </a:r>
            <a:r>
              <a:rPr lang="en-US" sz="1800" dirty="0" smtClean="0"/>
              <a:t>="18sp"        </a:t>
            </a:r>
            <a:r>
              <a:rPr lang="en-US" sz="1800" dirty="0" err="1" smtClean="0"/>
              <a:t>android:textColor</a:t>
            </a:r>
            <a:r>
              <a:rPr lang="en-US" sz="1800" dirty="0" smtClean="0"/>
              <a:t>="#333"/&gt;    &lt;</a:t>
            </a:r>
            <a:r>
              <a:rPr lang="en-US" sz="1800" dirty="0" err="1" smtClean="0"/>
              <a:t>TextView</a:t>
            </a:r>
            <a:r>
              <a:rPr lang="en-US" sz="1800" dirty="0" smtClean="0"/>
              <a:t>        </a:t>
            </a:r>
            <a:r>
              <a:rPr lang="en-US" sz="1800" dirty="0" err="1" smtClean="0"/>
              <a:t>android:id</a:t>
            </a:r>
            <a:r>
              <a:rPr lang="en-US" sz="1800" dirty="0" smtClean="0"/>
              <a:t>="@+id/</a:t>
            </a:r>
            <a:r>
              <a:rPr lang="en-US" sz="1800" dirty="0" err="1" smtClean="0"/>
              <a:t>detailedRecipeText</a:t>
            </a:r>
            <a:r>
              <a:rPr lang="en-US" sz="1800" dirty="0" smtClean="0"/>
              <a:t>"        </a:t>
            </a:r>
            <a:r>
              <a:rPr lang="en-US" sz="1800" dirty="0" err="1" smtClean="0"/>
              <a:t>android:layout_width</a:t>
            </a:r>
            <a:r>
              <a:rPr lang="en-US" sz="1800" dirty="0" smtClean="0"/>
              <a:t>="</a:t>
            </a:r>
            <a:r>
              <a:rPr lang="en-US" sz="1800" dirty="0" err="1" smtClean="0"/>
              <a:t>wrap_content</a:t>
            </a:r>
            <a:r>
              <a:rPr lang="en-US" sz="1800" dirty="0" smtClean="0"/>
              <a:t>"        </a:t>
            </a:r>
            <a:r>
              <a:rPr lang="en-US" sz="1800" dirty="0" err="1" smtClean="0"/>
              <a:t>android:layout_height</a:t>
            </a:r>
            <a:r>
              <a:rPr lang="en-US" sz="1800" dirty="0" smtClean="0"/>
              <a:t>="</a:t>
            </a:r>
            <a:r>
              <a:rPr lang="en-US" sz="1800" dirty="0" err="1" smtClean="0"/>
              <a:t>wrap_content</a:t>
            </a:r>
            <a:r>
              <a:rPr lang="en-US" sz="1800" dirty="0" smtClean="0"/>
              <a:t>"        </a:t>
            </a:r>
            <a:r>
              <a:rPr lang="en-US" sz="1800" dirty="0" err="1" smtClean="0"/>
              <a:t>android:text</a:t>
            </a:r>
            <a:r>
              <a:rPr lang="en-US" sz="1800" dirty="0" smtClean="0"/>
              <a:t>=""        </a:t>
            </a:r>
            <a:r>
              <a:rPr lang="en-US" sz="1800" dirty="0" err="1" smtClean="0"/>
              <a:t>android:layout_below</a:t>
            </a:r>
            <a:r>
              <a:rPr lang="en-US" sz="1800" dirty="0" smtClean="0"/>
              <a:t>="@id/</a:t>
            </a:r>
            <a:r>
              <a:rPr lang="en-US" sz="1800" dirty="0" err="1" smtClean="0"/>
              <a:t>recipeText</a:t>
            </a:r>
            <a:r>
              <a:rPr lang="en-US" sz="1800" dirty="0" smtClean="0"/>
              <a:t>"        </a:t>
            </a:r>
            <a:r>
              <a:rPr lang="en-US" sz="1800" dirty="0" err="1" smtClean="0"/>
              <a:t>android:layout_centerHorizontal</a:t>
            </a:r>
            <a:r>
              <a:rPr lang="en-US" sz="1800" dirty="0" smtClean="0"/>
              <a:t>="true"        </a:t>
            </a:r>
            <a:r>
              <a:rPr lang="en-US" sz="1800" dirty="0" err="1" smtClean="0"/>
              <a:t>android:layout_marginTop</a:t>
            </a:r>
            <a:r>
              <a:rPr lang="en-US" sz="1800" dirty="0" smtClean="0"/>
              <a:t>="20dp"        </a:t>
            </a:r>
            <a:r>
              <a:rPr lang="en-US" sz="1800" dirty="0" err="1" smtClean="0"/>
              <a:t>android:textSize</a:t>
            </a:r>
            <a:r>
              <a:rPr lang="en-US" sz="1800" dirty="0" smtClean="0"/>
              <a:t>="16sp"        </a:t>
            </a:r>
            <a:r>
              <a:rPr lang="en-US" sz="1800" dirty="0" err="1" smtClean="0"/>
              <a:t>android:textColor</a:t>
            </a:r>
            <a:r>
              <a:rPr lang="en-US" sz="1800" dirty="0" smtClean="0"/>
              <a:t>="#555"        </a:t>
            </a:r>
            <a:r>
              <a:rPr lang="en-US" sz="1800" dirty="0" err="1" smtClean="0"/>
              <a:t>android:visibility</a:t>
            </a:r>
            <a:r>
              <a:rPr lang="en-US" sz="1800" dirty="0" smtClean="0"/>
              <a:t>="gone"/&gt;</a:t>
            </a:r>
          </a:p>
          <a:p>
            <a:pPr>
              <a:buNone/>
            </a:pPr>
            <a:r>
              <a:rPr lang="en-US" sz="1800" dirty="0" smtClean="0"/>
              <a:t>&lt;/</a:t>
            </a:r>
            <a:r>
              <a:rPr lang="en-US" sz="1800" dirty="0" err="1" smtClean="0"/>
              <a:t>RelativeLayout</a:t>
            </a:r>
            <a:r>
              <a:rPr lang="en-US" sz="1800" dirty="0" smtClean="0"/>
              <a:t>&gt;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000" y="176440"/>
            <a:ext cx="10515600" cy="273504"/>
          </a:xfrm>
        </p:spPr>
        <p:txBody>
          <a:bodyPr>
            <a:normAutofit fontScale="90000"/>
          </a:bodyPr>
          <a:lstStyle/>
          <a:p>
            <a:r>
              <a:rPr lang="en-US" dirty="0" smtClean="0"/>
              <a:t>Java code:</a:t>
            </a:r>
            <a:endParaRPr lang="en-US" dirty="0"/>
          </a:p>
        </p:txBody>
      </p:sp>
      <p:sp>
        <p:nvSpPr>
          <p:cNvPr id="3" name="Content Placeholder 2"/>
          <p:cNvSpPr>
            <a:spLocks noGrp="1"/>
          </p:cNvSpPr>
          <p:nvPr>
            <p:ph idx="1"/>
          </p:nvPr>
        </p:nvSpPr>
        <p:spPr>
          <a:xfrm>
            <a:off x="508000" y="664426"/>
            <a:ext cx="10972800" cy="6382260"/>
          </a:xfrm>
          <a:ln>
            <a:solidFill>
              <a:schemeClr val="tx1"/>
            </a:solidFill>
          </a:ln>
        </p:spPr>
        <p:txBody>
          <a:bodyPr wrap="square">
            <a:spAutoFit/>
          </a:bodyPr>
          <a:lstStyle/>
          <a:p>
            <a:pPr>
              <a:buNone/>
            </a:pPr>
            <a:r>
              <a:rPr lang="en-US" sz="1800" dirty="0" smtClean="0"/>
              <a:t>package </a:t>
            </a:r>
            <a:r>
              <a:rPr lang="en-US" sz="1800" dirty="0" err="1" smtClean="0"/>
              <a:t>com.example.vibecheck</a:t>
            </a:r>
            <a:r>
              <a:rPr lang="en-US" sz="1800" dirty="0" smtClean="0"/>
              <a:t>;</a:t>
            </a:r>
          </a:p>
          <a:p>
            <a:pPr>
              <a:buNone/>
            </a:pPr>
            <a:r>
              <a:rPr lang="en-US" sz="1800" dirty="0" smtClean="0"/>
              <a:t>import </a:t>
            </a:r>
            <a:r>
              <a:rPr lang="en-US" sz="1800" dirty="0" err="1" smtClean="0"/>
              <a:t>android.os.Bundle</a:t>
            </a:r>
            <a:r>
              <a:rPr lang="en-US" sz="1800" dirty="0" smtClean="0"/>
              <a:t>;</a:t>
            </a:r>
          </a:p>
          <a:p>
            <a:pPr>
              <a:buNone/>
            </a:pPr>
            <a:r>
              <a:rPr lang="en-US" sz="1800" dirty="0" smtClean="0"/>
              <a:t>import </a:t>
            </a:r>
            <a:r>
              <a:rPr lang="en-US" sz="1800" dirty="0" err="1" smtClean="0"/>
              <a:t>android.view.View</a:t>
            </a:r>
            <a:r>
              <a:rPr lang="en-US" sz="1800" dirty="0" smtClean="0"/>
              <a:t>;</a:t>
            </a:r>
          </a:p>
          <a:p>
            <a:pPr>
              <a:buNone/>
            </a:pPr>
            <a:r>
              <a:rPr lang="en-US" sz="1800" dirty="0" smtClean="0"/>
              <a:t>import </a:t>
            </a:r>
            <a:r>
              <a:rPr lang="en-US" sz="1800" dirty="0" err="1" smtClean="0"/>
              <a:t>android.widget.ArrayAdapter</a:t>
            </a:r>
            <a:r>
              <a:rPr lang="en-US" sz="1800" dirty="0" smtClean="0"/>
              <a:t>;</a:t>
            </a:r>
          </a:p>
          <a:p>
            <a:pPr>
              <a:buNone/>
            </a:pPr>
            <a:r>
              <a:rPr lang="en-US" sz="1800" dirty="0" smtClean="0"/>
              <a:t>import </a:t>
            </a:r>
            <a:r>
              <a:rPr lang="en-US" sz="1800" dirty="0" err="1" smtClean="0"/>
              <a:t>android.widget.Button</a:t>
            </a:r>
            <a:r>
              <a:rPr lang="en-US" sz="1800" dirty="0" smtClean="0"/>
              <a:t>;</a:t>
            </a:r>
          </a:p>
          <a:p>
            <a:pPr>
              <a:buNone/>
            </a:pPr>
            <a:r>
              <a:rPr lang="en-US" sz="1800" dirty="0" smtClean="0"/>
              <a:t>import </a:t>
            </a:r>
            <a:r>
              <a:rPr lang="en-US" sz="1800" dirty="0" err="1" smtClean="0"/>
              <a:t>android.widget.Spinner</a:t>
            </a:r>
            <a:r>
              <a:rPr lang="en-US" sz="1800" dirty="0" smtClean="0"/>
              <a:t>;</a:t>
            </a:r>
          </a:p>
          <a:p>
            <a:pPr>
              <a:buNone/>
            </a:pPr>
            <a:r>
              <a:rPr lang="en-US" sz="1800" dirty="0" smtClean="0"/>
              <a:t>import </a:t>
            </a:r>
            <a:r>
              <a:rPr lang="en-US" sz="1800" dirty="0" err="1" smtClean="0"/>
              <a:t>android.widget.TextView</a:t>
            </a:r>
            <a:r>
              <a:rPr lang="en-US" sz="1800" dirty="0" smtClean="0"/>
              <a:t>;</a:t>
            </a:r>
          </a:p>
          <a:p>
            <a:pPr>
              <a:buNone/>
            </a:pPr>
            <a:r>
              <a:rPr lang="en-US" sz="1800" dirty="0" smtClean="0"/>
              <a:t>import </a:t>
            </a:r>
            <a:r>
              <a:rPr lang="en-US" sz="1800" dirty="0" err="1" smtClean="0"/>
              <a:t>androidx.appcompat.app.AppCompatActivity</a:t>
            </a:r>
            <a:r>
              <a:rPr lang="en-US" sz="1800" dirty="0" smtClean="0"/>
              <a:t>;</a:t>
            </a:r>
          </a:p>
          <a:p>
            <a:pPr>
              <a:buNone/>
            </a:pPr>
            <a:r>
              <a:rPr lang="en-US" sz="1800" dirty="0" smtClean="0"/>
              <a:t>public class </a:t>
            </a:r>
            <a:r>
              <a:rPr lang="en-US" sz="1800" dirty="0" err="1" smtClean="0"/>
              <a:t>MainActivity</a:t>
            </a:r>
            <a:r>
              <a:rPr lang="en-US" sz="1800" dirty="0" smtClean="0"/>
              <a:t> extends </a:t>
            </a:r>
            <a:r>
              <a:rPr lang="en-US" sz="1800" dirty="0" err="1" smtClean="0"/>
              <a:t>AppCompatActivity</a:t>
            </a:r>
            <a:r>
              <a:rPr lang="en-US" sz="1800" dirty="0" smtClean="0"/>
              <a:t> {</a:t>
            </a:r>
          </a:p>
          <a:p>
            <a:pPr>
              <a:buNone/>
            </a:pPr>
            <a:r>
              <a:rPr lang="en-US" sz="1800" dirty="0" smtClean="0"/>
              <a:t> Spinner </a:t>
            </a:r>
            <a:r>
              <a:rPr lang="en-US" sz="1800" dirty="0" err="1" smtClean="0"/>
              <a:t>vibeSpinner</a:t>
            </a:r>
            <a:r>
              <a:rPr lang="en-US" sz="1800" dirty="0" smtClean="0"/>
              <a:t>;</a:t>
            </a:r>
          </a:p>
          <a:p>
            <a:pPr>
              <a:buNone/>
            </a:pPr>
            <a:r>
              <a:rPr lang="en-US" sz="1800" dirty="0" smtClean="0"/>
              <a:t> Button </a:t>
            </a:r>
            <a:r>
              <a:rPr lang="en-US" sz="1800" dirty="0" err="1" smtClean="0"/>
              <a:t>showRecipeButton</a:t>
            </a:r>
            <a:r>
              <a:rPr lang="en-US" sz="1800" dirty="0" smtClean="0"/>
              <a:t>, </a:t>
            </a:r>
            <a:r>
              <a:rPr lang="en-US" sz="1800" dirty="0" err="1" smtClean="0"/>
              <a:t>viewRecipeButton</a:t>
            </a:r>
            <a:r>
              <a:rPr lang="en-US" sz="1800" dirty="0" smtClean="0"/>
              <a:t>;</a:t>
            </a:r>
          </a:p>
          <a:p>
            <a:pPr>
              <a:buNone/>
            </a:pPr>
            <a:r>
              <a:rPr lang="en-US" sz="1800" dirty="0" smtClean="0"/>
              <a:t> </a:t>
            </a:r>
            <a:r>
              <a:rPr lang="en-US" sz="1800" dirty="0" err="1" smtClean="0"/>
              <a:t>TextView</a:t>
            </a:r>
            <a:r>
              <a:rPr lang="en-US" sz="1800" dirty="0" smtClean="0"/>
              <a:t> </a:t>
            </a:r>
            <a:r>
              <a:rPr lang="en-US" sz="1800" dirty="0" err="1" smtClean="0"/>
              <a:t>recipeText</a:t>
            </a:r>
            <a:r>
              <a:rPr lang="en-US" sz="1800" dirty="0" smtClean="0"/>
              <a:t>, </a:t>
            </a:r>
            <a:r>
              <a:rPr lang="en-US" sz="1800" dirty="0" err="1" smtClean="0"/>
              <a:t>detailedRecipeText</a:t>
            </a:r>
            <a:r>
              <a:rPr lang="en-US" sz="1800" dirty="0" smtClean="0"/>
              <a:t>;</a:t>
            </a:r>
          </a:p>
          <a:p>
            <a:pPr>
              <a:buNone/>
            </a:pPr>
            <a:r>
              <a:rPr lang="en-US" sz="1800" dirty="0" smtClean="0"/>
              <a:t> String[] vibes = {"Cozy Rainy Day", "</a:t>
            </a:r>
            <a:r>
              <a:rPr lang="en-US" sz="1800" dirty="0" err="1" smtClean="0"/>
              <a:t>Hungover</a:t>
            </a:r>
            <a:r>
              <a:rPr lang="en-US" sz="1800" dirty="0" smtClean="0"/>
              <a:t>", "Lazy Sunday", "Feeling Healthy", "Chill </a:t>
            </a:r>
          </a:p>
          <a:p>
            <a:pPr>
              <a:buNone/>
            </a:pPr>
            <a:r>
              <a:rPr lang="en-US" sz="1800" dirty="0" smtClean="0"/>
              <a:t>Vibes"};</a:t>
            </a:r>
          </a:p>
          <a:p>
            <a:pPr>
              <a:buNone/>
            </a:pPr>
            <a:r>
              <a:rPr lang="en-US" sz="1800" dirty="0" smtClean="0"/>
              <a:t> String[] recipes = {</a:t>
            </a:r>
          </a:p>
          <a:p>
            <a:pPr>
              <a:buNone/>
            </a:pPr>
            <a:r>
              <a:rPr lang="en-US" sz="1800" dirty="0" smtClean="0"/>
              <a:t> "Mushroom Soup &amp; Bread", // Cozy Rainy Day</a:t>
            </a:r>
          </a:p>
          <a:p>
            <a:pPr>
              <a:buNone/>
            </a:pPr>
            <a:endParaRPr lang="en-US" sz="1800" dirty="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8915" y="2"/>
            <a:ext cx="9637485" cy="7294305"/>
          </a:xfrm>
          <a:prstGeom prst="rect">
            <a:avLst/>
          </a:prstGeom>
          <a:ln>
            <a:solidFill>
              <a:schemeClr val="tx1"/>
            </a:solidFill>
          </a:ln>
        </p:spPr>
        <p:txBody>
          <a:bodyPr wrap="square">
            <a:spAutoFit/>
          </a:bodyPr>
          <a:lstStyle/>
          <a:p>
            <a:pPr>
              <a:buNone/>
            </a:pPr>
            <a:r>
              <a:rPr lang="en-US" dirty="0" smtClean="0"/>
              <a:t> "Veggie Tacos", // </a:t>
            </a:r>
            <a:r>
              <a:rPr lang="en-US" dirty="0" err="1" smtClean="0"/>
              <a:t>Hungover</a:t>
            </a:r>
            <a:endParaRPr lang="en-US" dirty="0" smtClean="0"/>
          </a:p>
          <a:p>
            <a:pPr>
              <a:buNone/>
            </a:pPr>
            <a:r>
              <a:rPr lang="en-US" dirty="0" smtClean="0"/>
              <a:t> "Avocado Toast &amp; Roasted Veggies", // Lazy Sunday</a:t>
            </a:r>
          </a:p>
          <a:p>
            <a:pPr>
              <a:buNone/>
            </a:pPr>
            <a:r>
              <a:rPr lang="en-US" dirty="0" smtClean="0"/>
              <a:t> "Zucchini Noodles", // Feeling Healthy</a:t>
            </a:r>
          </a:p>
          <a:p>
            <a:pPr>
              <a:buNone/>
            </a:pPr>
            <a:r>
              <a:rPr lang="en-US" dirty="0" smtClean="0"/>
              <a:t> "Hot Chocolate" // Chill Vibes};</a:t>
            </a:r>
          </a:p>
          <a:p>
            <a:pPr>
              <a:buNone/>
            </a:pPr>
            <a:r>
              <a:rPr lang="en-US" dirty="0" smtClean="0"/>
              <a:t> // Detailed recipes for each dish</a:t>
            </a:r>
          </a:p>
          <a:p>
            <a:pPr>
              <a:buNone/>
            </a:pPr>
            <a:r>
              <a:rPr lang="en-US" dirty="0" smtClean="0"/>
              <a:t> String[] </a:t>
            </a:r>
            <a:r>
              <a:rPr lang="en-US" dirty="0" err="1" smtClean="0"/>
              <a:t>detailedRecipes</a:t>
            </a:r>
            <a:r>
              <a:rPr lang="en-US" dirty="0" smtClean="0"/>
              <a:t> = {"Mushroom Soup &amp; Bread:\n1. Sauté onions and garlic in a pot.\n2. Add chopped </a:t>
            </a:r>
          </a:p>
          <a:p>
            <a:pPr>
              <a:buNone/>
            </a:pPr>
            <a:r>
              <a:rPr lang="en-US" dirty="0" smtClean="0"/>
              <a:t>mushrooms and cook until soft.\n3. Add vegetable broth, salt, and pepper.\n4. Simmer for 15 </a:t>
            </a:r>
          </a:p>
          <a:p>
            <a:pPr>
              <a:buNone/>
            </a:pPr>
            <a:r>
              <a:rPr lang="en-US" dirty="0" smtClean="0"/>
              <a:t>minutes, blend to desired consistency.\n5. Serve with crusty bread.",</a:t>
            </a:r>
          </a:p>
          <a:p>
            <a:pPr>
              <a:buNone/>
            </a:pPr>
            <a:r>
              <a:rPr lang="en-US" dirty="0" smtClean="0"/>
              <a:t> "Veggie Tacos:\n1. Sauté your favorite veggies like bell peppers, onions, and </a:t>
            </a:r>
          </a:p>
          <a:p>
            <a:pPr>
              <a:buNone/>
            </a:pPr>
            <a:r>
              <a:rPr lang="en-US" dirty="0" smtClean="0"/>
              <a:t>zucchini.\n2. Heat tortillas.\n3. Fill tortillas with sautéed veggies.\n4. Add your favorite toppings </a:t>
            </a:r>
          </a:p>
          <a:p>
            <a:pPr>
              <a:buNone/>
            </a:pPr>
            <a:r>
              <a:rPr lang="en-US" dirty="0" smtClean="0"/>
              <a:t>like lettuce, salsa, and cheese.",</a:t>
            </a:r>
          </a:p>
          <a:p>
            <a:pPr>
              <a:buNone/>
            </a:pPr>
            <a:r>
              <a:rPr lang="en-US" dirty="0" smtClean="0"/>
              <a:t> "Avocado Toast &amp; Roasted Veggies:\n1. Roast veggies like sweet potatoes and </a:t>
            </a:r>
          </a:p>
          <a:p>
            <a:pPr>
              <a:buNone/>
            </a:pPr>
            <a:r>
              <a:rPr lang="en-US" dirty="0" smtClean="0"/>
              <a:t>carrots.\n2. Toast your bread.\n3. Smash avocado and spread on toast.\n4. Top with roasted </a:t>
            </a:r>
          </a:p>
          <a:p>
            <a:pPr>
              <a:buNone/>
            </a:pPr>
            <a:r>
              <a:rPr lang="en-US" dirty="0" smtClean="0"/>
              <a:t>veggies and season with salt and pepper.",</a:t>
            </a:r>
          </a:p>
          <a:p>
            <a:pPr>
              <a:buNone/>
            </a:pPr>
            <a:r>
              <a:rPr lang="en-US" dirty="0" smtClean="0"/>
              <a:t> "Zucchini Noodles:\n1. Use a </a:t>
            </a:r>
            <a:r>
              <a:rPr lang="en-US" dirty="0" err="1" smtClean="0"/>
              <a:t>spiralizer</a:t>
            </a:r>
            <a:r>
              <a:rPr lang="en-US" dirty="0" smtClean="0"/>
              <a:t> to create zucchini noodles.\n2. Sauté zucchini </a:t>
            </a:r>
          </a:p>
          <a:p>
            <a:pPr>
              <a:buNone/>
            </a:pPr>
            <a:r>
              <a:rPr lang="en-US" dirty="0" smtClean="0"/>
              <a:t>noodles with olive oil, garlic, and herbs.\n3. Serve with your favorite sauce (like marinara or </a:t>
            </a:r>
          </a:p>
          <a:p>
            <a:pPr>
              <a:buNone/>
            </a:pPr>
            <a:r>
              <a:rPr lang="en-US" dirty="0" smtClean="0"/>
              <a:t>pesto).",</a:t>
            </a:r>
          </a:p>
          <a:p>
            <a:pPr>
              <a:buNone/>
            </a:pPr>
            <a:r>
              <a:rPr lang="en-US" dirty="0" smtClean="0"/>
              <a:t> "Hot Chocolate:\n1. Heat milk in a pot.\n2. Stir in cocoa powder, sugar, and a pinch of </a:t>
            </a:r>
          </a:p>
          <a:p>
            <a:pPr>
              <a:buNone/>
            </a:pPr>
            <a:r>
              <a:rPr lang="en-US" dirty="0" smtClean="0"/>
              <a:t>salt.\n3. Bring to a simmer while stirring.\n4. Top with whipped cream or marshmallows." };</a:t>
            </a:r>
          </a:p>
          <a:p>
            <a:pPr>
              <a:buNone/>
            </a:pPr>
            <a:r>
              <a:rPr lang="en-US" dirty="0" smtClean="0"/>
              <a:t> @Override</a:t>
            </a:r>
          </a:p>
          <a:p>
            <a:pPr>
              <a:buNone/>
            </a:pPr>
            <a:r>
              <a:rPr lang="en-US" dirty="0" smtClean="0"/>
              <a:t> protected void </a:t>
            </a:r>
            <a:r>
              <a:rPr lang="en-US" dirty="0" err="1" smtClean="0"/>
              <a:t>onCreate</a:t>
            </a:r>
            <a:r>
              <a:rPr lang="en-US" dirty="0" smtClean="0"/>
              <a:t>(Bundle </a:t>
            </a:r>
            <a:r>
              <a:rPr lang="en-US" dirty="0" err="1" smtClean="0"/>
              <a:t>savedInstanceState</a:t>
            </a:r>
            <a:r>
              <a:rPr lang="en-US" dirty="0" smtClean="0"/>
              <a:t>) {</a:t>
            </a:r>
          </a:p>
          <a:p>
            <a:pPr>
              <a:buNone/>
            </a:pPr>
            <a:r>
              <a:rPr lang="en-US" dirty="0" smtClean="0"/>
              <a:t> </a:t>
            </a:r>
            <a:r>
              <a:rPr lang="en-US" dirty="0" err="1" smtClean="0"/>
              <a:t>super.onCreate</a:t>
            </a:r>
            <a:r>
              <a:rPr lang="en-US" dirty="0" smtClean="0"/>
              <a:t>(</a:t>
            </a:r>
            <a:r>
              <a:rPr lang="en-US" dirty="0" err="1" smtClean="0"/>
              <a:t>savedInstanceState</a:t>
            </a:r>
            <a:r>
              <a:rPr lang="en-US" dirty="0" smtClean="0"/>
              <a:t>);</a:t>
            </a:r>
          </a:p>
          <a:p>
            <a:pPr>
              <a:buNone/>
            </a:pPr>
            <a:r>
              <a:rPr lang="en-US" dirty="0" smtClean="0"/>
              <a:t> </a:t>
            </a:r>
            <a:r>
              <a:rPr lang="en-US" dirty="0" err="1" smtClean="0"/>
              <a:t>setContentView</a:t>
            </a:r>
            <a:r>
              <a:rPr lang="en-US" dirty="0" smtClean="0"/>
              <a:t>(</a:t>
            </a:r>
            <a:r>
              <a:rPr lang="en-US" dirty="0" err="1" smtClean="0"/>
              <a:t>R.layout.activity_main</a:t>
            </a:r>
            <a:r>
              <a:rPr lang="en-US" dirty="0" smtClean="0"/>
              <a:t>);</a:t>
            </a:r>
          </a:p>
          <a:p>
            <a:pPr>
              <a:buNone/>
            </a:pPr>
            <a:r>
              <a:rPr lang="en-US" dirty="0" smtClean="0"/>
              <a:t> </a:t>
            </a:r>
            <a:r>
              <a:rPr lang="en-US" dirty="0" err="1" smtClean="0"/>
              <a:t>vibeSpinner</a:t>
            </a:r>
            <a:r>
              <a:rPr lang="en-US" dirty="0" smtClean="0"/>
              <a:t> = </a:t>
            </a:r>
            <a:r>
              <a:rPr lang="en-US" dirty="0" err="1" smtClean="0"/>
              <a:t>findViewById</a:t>
            </a:r>
            <a:r>
              <a:rPr lang="en-US" dirty="0" smtClean="0"/>
              <a:t>(</a:t>
            </a:r>
            <a:r>
              <a:rPr lang="en-US" dirty="0" err="1" smtClean="0"/>
              <a:t>R.id.vibeSpinner</a:t>
            </a:r>
            <a:r>
              <a:rPr lang="en-US" dirty="0" smtClean="0"/>
              <a:t>);</a:t>
            </a:r>
          </a:p>
          <a:p>
            <a:pPr>
              <a:buNone/>
            </a:pPr>
            <a:r>
              <a:rPr lang="en-US" dirty="0" smtClean="0"/>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8571" y="1"/>
            <a:ext cx="9855200" cy="6986528"/>
          </a:xfrm>
          <a:prstGeom prst="rect">
            <a:avLst/>
          </a:prstGeom>
          <a:ln>
            <a:solidFill>
              <a:schemeClr val="tx1"/>
            </a:solidFill>
          </a:ln>
        </p:spPr>
        <p:txBody>
          <a:bodyPr wrap="square">
            <a:spAutoFit/>
          </a:bodyPr>
          <a:lstStyle/>
          <a:p>
            <a:pPr>
              <a:buNone/>
            </a:pPr>
            <a:r>
              <a:rPr lang="en-US" sz="1600" dirty="0" err="1" smtClean="0"/>
              <a:t>showRecipeButton</a:t>
            </a:r>
            <a:r>
              <a:rPr lang="en-US" sz="1600" dirty="0" smtClean="0"/>
              <a:t> = </a:t>
            </a:r>
            <a:r>
              <a:rPr lang="en-US" sz="1600" dirty="0" err="1" smtClean="0"/>
              <a:t>findViewById</a:t>
            </a:r>
            <a:r>
              <a:rPr lang="en-US" sz="1600" dirty="0" smtClean="0"/>
              <a:t>(</a:t>
            </a:r>
            <a:r>
              <a:rPr lang="en-US" sz="1600" dirty="0" err="1" smtClean="0"/>
              <a:t>R.id.showRecipeButton</a:t>
            </a:r>
            <a:r>
              <a:rPr lang="en-US" sz="1600" dirty="0" smtClean="0"/>
              <a:t>);</a:t>
            </a:r>
          </a:p>
          <a:p>
            <a:pPr>
              <a:buNone/>
            </a:pPr>
            <a:r>
              <a:rPr lang="en-US" sz="1600" dirty="0" smtClean="0"/>
              <a:t> </a:t>
            </a:r>
            <a:r>
              <a:rPr lang="en-US" sz="1600" dirty="0" err="1" smtClean="0"/>
              <a:t>viewRecipeButton</a:t>
            </a:r>
            <a:r>
              <a:rPr lang="en-US" sz="1600" dirty="0" smtClean="0"/>
              <a:t> = </a:t>
            </a:r>
            <a:r>
              <a:rPr lang="en-US" sz="1600" dirty="0" err="1" smtClean="0"/>
              <a:t>findViewById</a:t>
            </a:r>
            <a:r>
              <a:rPr lang="en-US" sz="1600" dirty="0" smtClean="0"/>
              <a:t>(</a:t>
            </a:r>
            <a:r>
              <a:rPr lang="en-US" sz="1600" dirty="0" err="1" smtClean="0"/>
              <a:t>R.id.viewRecipeButton</a:t>
            </a:r>
            <a:r>
              <a:rPr lang="en-US" sz="1600" dirty="0" smtClean="0"/>
              <a:t>);</a:t>
            </a:r>
          </a:p>
          <a:p>
            <a:pPr>
              <a:buNone/>
            </a:pPr>
            <a:r>
              <a:rPr lang="en-US" sz="1600" dirty="0" smtClean="0"/>
              <a:t> </a:t>
            </a:r>
            <a:r>
              <a:rPr lang="en-US" sz="1600" dirty="0" err="1" smtClean="0"/>
              <a:t>recipeText</a:t>
            </a:r>
            <a:r>
              <a:rPr lang="en-US" sz="1600" dirty="0" smtClean="0"/>
              <a:t> = </a:t>
            </a:r>
            <a:r>
              <a:rPr lang="en-US" sz="1600" dirty="0" err="1" smtClean="0"/>
              <a:t>findViewById</a:t>
            </a:r>
            <a:r>
              <a:rPr lang="en-US" sz="1600" dirty="0" smtClean="0"/>
              <a:t>(</a:t>
            </a:r>
            <a:r>
              <a:rPr lang="en-US" sz="1600" dirty="0" err="1" smtClean="0"/>
              <a:t>R.id.recipeText</a:t>
            </a:r>
            <a:r>
              <a:rPr lang="en-US" sz="1600" dirty="0" smtClean="0"/>
              <a:t>);</a:t>
            </a:r>
          </a:p>
          <a:p>
            <a:pPr>
              <a:buNone/>
            </a:pPr>
            <a:r>
              <a:rPr lang="en-US" sz="1600" dirty="0" smtClean="0"/>
              <a:t> </a:t>
            </a:r>
            <a:r>
              <a:rPr lang="en-US" sz="1600" dirty="0" err="1" smtClean="0"/>
              <a:t>detailedRecipeText</a:t>
            </a:r>
            <a:r>
              <a:rPr lang="en-US" sz="1600" dirty="0" smtClean="0"/>
              <a:t> = </a:t>
            </a:r>
            <a:r>
              <a:rPr lang="en-US" sz="1600" dirty="0" err="1" smtClean="0"/>
              <a:t>findViewById</a:t>
            </a:r>
            <a:r>
              <a:rPr lang="en-US" sz="1600" dirty="0" smtClean="0"/>
              <a:t>(</a:t>
            </a:r>
            <a:r>
              <a:rPr lang="en-US" sz="1600" dirty="0" err="1" smtClean="0"/>
              <a:t>R.id.detailedRecipeText</a:t>
            </a:r>
            <a:r>
              <a:rPr lang="en-US" sz="1600" dirty="0" smtClean="0"/>
              <a:t>);</a:t>
            </a:r>
          </a:p>
          <a:p>
            <a:pPr>
              <a:buNone/>
            </a:pPr>
            <a:r>
              <a:rPr lang="en-US" sz="1600" dirty="0" smtClean="0"/>
              <a:t> // Set up spinner adapter for vibes</a:t>
            </a:r>
          </a:p>
          <a:p>
            <a:pPr>
              <a:buNone/>
            </a:pPr>
            <a:r>
              <a:rPr lang="en-US" sz="1600" dirty="0" smtClean="0"/>
              <a:t> </a:t>
            </a:r>
            <a:r>
              <a:rPr lang="en-US" sz="1600" dirty="0" err="1" smtClean="0"/>
              <a:t>ArrayAdapter</a:t>
            </a:r>
            <a:r>
              <a:rPr lang="en-US" sz="1600" dirty="0" smtClean="0"/>
              <a:t>&lt;String&gt; </a:t>
            </a:r>
            <a:r>
              <a:rPr lang="en-US" sz="1600" dirty="0" err="1" smtClean="0"/>
              <a:t>vibeAdapter</a:t>
            </a:r>
            <a:r>
              <a:rPr lang="en-US" sz="1600" dirty="0" smtClean="0"/>
              <a:t> = new </a:t>
            </a:r>
            <a:r>
              <a:rPr lang="en-US" sz="1600" dirty="0" err="1" smtClean="0"/>
              <a:t>ArrayAdapter</a:t>
            </a:r>
            <a:r>
              <a:rPr lang="en-US" sz="1600" dirty="0" smtClean="0"/>
              <a:t>&lt;&gt;(this, </a:t>
            </a:r>
          </a:p>
          <a:p>
            <a:pPr>
              <a:buNone/>
            </a:pPr>
            <a:r>
              <a:rPr lang="en-US" sz="1600" dirty="0" err="1" smtClean="0"/>
              <a:t>android.R.layout.simple_spinner_item</a:t>
            </a:r>
            <a:r>
              <a:rPr lang="en-US" sz="1600" dirty="0" smtClean="0"/>
              <a:t>, vibes);</a:t>
            </a:r>
          </a:p>
          <a:p>
            <a:pPr>
              <a:buNone/>
            </a:pPr>
            <a:r>
              <a:rPr lang="en-US" sz="1600" dirty="0" err="1" smtClean="0"/>
              <a:t>vibeAdapter.setDropDownViewResource</a:t>
            </a:r>
            <a:r>
              <a:rPr lang="en-US" sz="1600" dirty="0" smtClean="0"/>
              <a:t>(</a:t>
            </a:r>
            <a:r>
              <a:rPr lang="en-US" sz="1600" dirty="0" err="1" smtClean="0"/>
              <a:t>android.R.layout.simple_spinner_dropdown_item</a:t>
            </a:r>
            <a:r>
              <a:rPr lang="en-US" sz="1600" dirty="0" smtClean="0"/>
              <a:t>);</a:t>
            </a:r>
          </a:p>
          <a:p>
            <a:pPr>
              <a:buNone/>
            </a:pPr>
            <a:r>
              <a:rPr lang="en-US" sz="1600" dirty="0" smtClean="0"/>
              <a:t> </a:t>
            </a:r>
            <a:r>
              <a:rPr lang="en-US" sz="1600" dirty="0" err="1" smtClean="0"/>
              <a:t>vibeSpinner.setAdapter</a:t>
            </a:r>
            <a:r>
              <a:rPr lang="en-US" sz="1600" dirty="0" smtClean="0"/>
              <a:t>(</a:t>
            </a:r>
            <a:r>
              <a:rPr lang="en-US" sz="1600" dirty="0" err="1" smtClean="0"/>
              <a:t>vibeAdapter</a:t>
            </a:r>
            <a:r>
              <a:rPr lang="en-US" sz="1600" dirty="0" smtClean="0"/>
              <a:t>);</a:t>
            </a:r>
          </a:p>
          <a:p>
            <a:pPr>
              <a:buNone/>
            </a:pPr>
            <a:r>
              <a:rPr lang="en-US" sz="1600" dirty="0" smtClean="0"/>
              <a:t> // Set button click listener to show recipe based on selected vibe</a:t>
            </a:r>
          </a:p>
          <a:p>
            <a:pPr>
              <a:buNone/>
            </a:pPr>
            <a:r>
              <a:rPr lang="en-US" sz="1600" dirty="0" smtClean="0"/>
              <a:t> </a:t>
            </a:r>
            <a:r>
              <a:rPr lang="en-US" sz="1600" dirty="0" err="1" smtClean="0"/>
              <a:t>showRecipeButton.setOnClickListener</a:t>
            </a:r>
            <a:r>
              <a:rPr lang="en-US" sz="1600" dirty="0" smtClean="0"/>
              <a:t>(new </a:t>
            </a:r>
            <a:r>
              <a:rPr lang="en-US" sz="1600" dirty="0" err="1" smtClean="0"/>
              <a:t>View.OnClickListener</a:t>
            </a:r>
            <a:r>
              <a:rPr lang="en-US" sz="1600" dirty="0" smtClean="0"/>
              <a:t>() {</a:t>
            </a:r>
          </a:p>
          <a:p>
            <a:pPr>
              <a:buNone/>
            </a:pPr>
            <a:r>
              <a:rPr lang="en-US" sz="1600" dirty="0" smtClean="0"/>
              <a:t> @Override</a:t>
            </a:r>
          </a:p>
          <a:p>
            <a:pPr>
              <a:buNone/>
            </a:pPr>
            <a:r>
              <a:rPr lang="en-US" sz="1600" dirty="0" smtClean="0"/>
              <a:t> public void </a:t>
            </a:r>
            <a:r>
              <a:rPr lang="en-US" sz="1600" dirty="0" err="1" smtClean="0"/>
              <a:t>onClick</a:t>
            </a:r>
            <a:r>
              <a:rPr lang="en-US" sz="1600" dirty="0" smtClean="0"/>
              <a:t>(View v) {</a:t>
            </a:r>
          </a:p>
          <a:p>
            <a:pPr>
              <a:buNone/>
            </a:pPr>
            <a:r>
              <a:rPr lang="en-US" sz="1600" dirty="0" smtClean="0"/>
              <a:t> </a:t>
            </a:r>
            <a:r>
              <a:rPr lang="en-US" sz="1600" dirty="0" err="1" smtClean="0"/>
              <a:t>int</a:t>
            </a:r>
            <a:r>
              <a:rPr lang="en-US" sz="1600" dirty="0" smtClean="0"/>
              <a:t> </a:t>
            </a:r>
            <a:r>
              <a:rPr lang="en-US" sz="1600" dirty="0" err="1" smtClean="0"/>
              <a:t>selectedVibePosition</a:t>
            </a:r>
            <a:r>
              <a:rPr lang="en-US" sz="1600" dirty="0" smtClean="0"/>
              <a:t> = </a:t>
            </a:r>
            <a:r>
              <a:rPr lang="en-US" sz="1600" dirty="0" err="1" smtClean="0"/>
              <a:t>vibeSpinner.getSelectedItemPosition</a:t>
            </a:r>
            <a:r>
              <a:rPr lang="en-US" sz="1600" dirty="0" smtClean="0"/>
              <a:t>();</a:t>
            </a:r>
          </a:p>
          <a:p>
            <a:pPr>
              <a:buNone/>
            </a:pPr>
            <a:r>
              <a:rPr lang="en-US" sz="1600" dirty="0" smtClean="0"/>
              <a:t> String </a:t>
            </a:r>
            <a:r>
              <a:rPr lang="en-US" sz="1600" dirty="0" err="1" smtClean="0"/>
              <a:t>selectedRecipe</a:t>
            </a:r>
            <a:r>
              <a:rPr lang="en-US" sz="1600" dirty="0" smtClean="0"/>
              <a:t> = recipes[</a:t>
            </a:r>
            <a:r>
              <a:rPr lang="en-US" sz="1600" dirty="0" err="1" smtClean="0"/>
              <a:t>selectedVibePosition</a:t>
            </a:r>
            <a:r>
              <a:rPr lang="en-US" sz="1600" dirty="0" smtClean="0"/>
              <a:t>];</a:t>
            </a:r>
          </a:p>
          <a:p>
            <a:pPr>
              <a:buNone/>
            </a:pPr>
            <a:r>
              <a:rPr lang="en-US" sz="1600" dirty="0" smtClean="0"/>
              <a:t> </a:t>
            </a:r>
            <a:r>
              <a:rPr lang="en-US" sz="1600" dirty="0" err="1" smtClean="0"/>
              <a:t>recipeText.setText</a:t>
            </a:r>
            <a:r>
              <a:rPr lang="en-US" sz="1600" dirty="0" smtClean="0"/>
              <a:t>("Recipe for " + vibes[</a:t>
            </a:r>
            <a:r>
              <a:rPr lang="en-US" sz="1600" dirty="0" err="1" smtClean="0"/>
              <a:t>selectedVibePosition</a:t>
            </a:r>
            <a:r>
              <a:rPr lang="en-US" sz="1600" dirty="0" smtClean="0"/>
              <a:t>] + ":\n" + </a:t>
            </a:r>
          </a:p>
          <a:p>
            <a:pPr>
              <a:buNone/>
            </a:pPr>
            <a:r>
              <a:rPr lang="en-US" sz="1600" dirty="0" err="1" smtClean="0"/>
              <a:t>selectedRecipe</a:t>
            </a:r>
            <a:r>
              <a:rPr lang="en-US" sz="1600" dirty="0" smtClean="0"/>
              <a:t>);</a:t>
            </a:r>
          </a:p>
          <a:p>
            <a:pPr>
              <a:buNone/>
            </a:pPr>
            <a:r>
              <a:rPr lang="en-US" sz="1600" dirty="0" smtClean="0"/>
              <a:t> </a:t>
            </a:r>
            <a:r>
              <a:rPr lang="en-US" sz="1600" dirty="0" err="1" smtClean="0"/>
              <a:t>detailedRecipeText.setVisibility</a:t>
            </a:r>
            <a:r>
              <a:rPr lang="en-US" sz="1600" dirty="0" smtClean="0"/>
              <a:t>(</a:t>
            </a:r>
            <a:r>
              <a:rPr lang="en-US" sz="1600" dirty="0" err="1" smtClean="0"/>
              <a:t>View.GONE</a:t>
            </a:r>
            <a:r>
              <a:rPr lang="en-US" sz="1600" dirty="0" smtClean="0"/>
              <a:t>); // Hide detailed recipe initially }</a:t>
            </a:r>
          </a:p>
          <a:p>
            <a:pPr>
              <a:buNone/>
            </a:pPr>
            <a:r>
              <a:rPr lang="en-US" sz="1600" dirty="0" smtClean="0"/>
              <a:t> });// View the detailed recipe when clicked</a:t>
            </a:r>
          </a:p>
          <a:p>
            <a:pPr>
              <a:buNone/>
            </a:pPr>
            <a:r>
              <a:rPr lang="en-US" sz="1600" dirty="0" smtClean="0"/>
              <a:t> </a:t>
            </a:r>
            <a:r>
              <a:rPr lang="en-US" sz="1600" dirty="0" err="1" smtClean="0"/>
              <a:t>viewRecipeButton.setOnClickListener</a:t>
            </a:r>
            <a:r>
              <a:rPr lang="en-US" sz="1600" dirty="0" smtClean="0"/>
              <a:t>(new </a:t>
            </a:r>
            <a:r>
              <a:rPr lang="en-US" sz="1600" dirty="0" err="1" smtClean="0"/>
              <a:t>View.OnClickListener</a:t>
            </a:r>
            <a:r>
              <a:rPr lang="en-US" sz="1600" dirty="0" smtClean="0"/>
              <a:t>() {</a:t>
            </a:r>
          </a:p>
          <a:p>
            <a:pPr>
              <a:buNone/>
            </a:pPr>
            <a:r>
              <a:rPr lang="en-US" sz="1600" dirty="0" smtClean="0"/>
              <a:t> @Override</a:t>
            </a:r>
          </a:p>
          <a:p>
            <a:pPr>
              <a:buNone/>
            </a:pPr>
            <a:r>
              <a:rPr lang="en-US" sz="1600" dirty="0" smtClean="0"/>
              <a:t> public void </a:t>
            </a:r>
            <a:r>
              <a:rPr lang="en-US" sz="1600" dirty="0" err="1" smtClean="0"/>
              <a:t>onClick</a:t>
            </a:r>
            <a:r>
              <a:rPr lang="en-US" sz="1600" dirty="0" smtClean="0"/>
              <a:t>(View v) {</a:t>
            </a:r>
          </a:p>
          <a:p>
            <a:pPr>
              <a:buNone/>
            </a:pPr>
            <a:r>
              <a:rPr lang="en-US" sz="1600" dirty="0" smtClean="0"/>
              <a:t> </a:t>
            </a:r>
            <a:r>
              <a:rPr lang="en-US" sz="1600" dirty="0" err="1" smtClean="0"/>
              <a:t>int</a:t>
            </a:r>
            <a:r>
              <a:rPr lang="en-US" sz="1600" dirty="0" smtClean="0"/>
              <a:t> </a:t>
            </a:r>
            <a:r>
              <a:rPr lang="en-US" sz="1600" dirty="0" err="1" smtClean="0"/>
              <a:t>selectedVibePosition</a:t>
            </a:r>
            <a:r>
              <a:rPr lang="en-US" sz="1600" dirty="0" smtClean="0"/>
              <a:t> = </a:t>
            </a:r>
            <a:r>
              <a:rPr lang="en-US" sz="1600" dirty="0" err="1" smtClean="0"/>
              <a:t>vibeSpinner.getSelectedItemPosition</a:t>
            </a:r>
            <a:r>
              <a:rPr lang="en-US" sz="1600" dirty="0" smtClean="0"/>
              <a:t>();</a:t>
            </a:r>
          </a:p>
          <a:p>
            <a:pPr>
              <a:buNone/>
            </a:pPr>
            <a:r>
              <a:rPr lang="en-US" sz="1600" dirty="0" smtClean="0"/>
              <a:t> </a:t>
            </a:r>
            <a:r>
              <a:rPr lang="en-US" sz="1600" dirty="0" err="1" smtClean="0"/>
              <a:t>detailedRecipeText.setText</a:t>
            </a:r>
            <a:r>
              <a:rPr lang="en-US" sz="1600" dirty="0" smtClean="0"/>
              <a:t>(</a:t>
            </a:r>
            <a:r>
              <a:rPr lang="en-US" sz="1600" dirty="0" err="1" smtClean="0"/>
              <a:t>detailedRecipes</a:t>
            </a:r>
            <a:r>
              <a:rPr lang="en-US" sz="1600" dirty="0" smtClean="0"/>
              <a:t>[</a:t>
            </a:r>
            <a:r>
              <a:rPr lang="en-US" sz="1600" dirty="0" err="1" smtClean="0"/>
              <a:t>selectedVibePosition</a:t>
            </a:r>
            <a:r>
              <a:rPr lang="en-US" sz="1600" dirty="0" smtClean="0"/>
              <a:t>]);</a:t>
            </a:r>
          </a:p>
          <a:p>
            <a:pPr>
              <a:buNone/>
            </a:pPr>
            <a:r>
              <a:rPr lang="en-US" sz="1600" dirty="0" smtClean="0"/>
              <a:t> </a:t>
            </a:r>
            <a:r>
              <a:rPr lang="en-US" sz="1600" dirty="0" err="1" smtClean="0"/>
              <a:t>detailedRecipeText.setVisibility</a:t>
            </a:r>
            <a:r>
              <a:rPr lang="en-US" sz="1600" dirty="0" smtClean="0"/>
              <a:t>(</a:t>
            </a:r>
            <a:r>
              <a:rPr lang="en-US" sz="1600" dirty="0" err="1" smtClean="0"/>
              <a:t>View.VISIBLE</a:t>
            </a:r>
            <a:r>
              <a:rPr lang="en-US" sz="1600" dirty="0" smtClean="0"/>
              <a:t>); // Show detailed recipe</a:t>
            </a:r>
          </a:p>
          <a:p>
            <a:pPr>
              <a:buNone/>
            </a:pPr>
            <a:r>
              <a:rPr lang="en-US" sz="1600" dirty="0" smtClean="0"/>
              <a:t> } });</a:t>
            </a:r>
          </a:p>
          <a:p>
            <a:pPr>
              <a:buNone/>
            </a:pPr>
            <a:r>
              <a:rPr lang="en-US" sz="1600" dirty="0" smtClean="0"/>
              <a:t> }</a:t>
            </a:r>
          </a:p>
          <a:p>
            <a:pPr>
              <a:buNone/>
            </a:pPr>
            <a:r>
              <a:rPr lang="en-US" sz="1600" dirty="0" smtClean="0"/>
              <a: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t="8718" b="42564"/>
          <a:stretch>
            <a:fillRect/>
          </a:stretch>
        </p:blipFill>
        <p:spPr bwMode="auto">
          <a:xfrm>
            <a:off x="0" y="0"/>
            <a:ext cx="4049486" cy="2946400"/>
          </a:xfrm>
          <a:prstGeom prst="rect">
            <a:avLst/>
          </a:prstGeom>
          <a:noFill/>
          <a:ln w="9525">
            <a:solidFill>
              <a:schemeClr val="tx1"/>
            </a:solidFill>
            <a:miter lim="800000"/>
            <a:headEnd/>
            <a:tailEnd/>
          </a:ln>
          <a:effectLst/>
        </p:spPr>
      </p:pic>
      <p:pic>
        <p:nvPicPr>
          <p:cNvPr id="1027" name="Picture 3"/>
          <p:cNvPicPr>
            <a:picLocks noChangeAspect="1" noChangeArrowheads="1"/>
          </p:cNvPicPr>
          <p:nvPr/>
        </p:nvPicPr>
        <p:blipFill>
          <a:blip r:embed="rId3" cstate="print"/>
          <a:srcRect t="7928" b="44501"/>
          <a:stretch>
            <a:fillRect/>
          </a:stretch>
        </p:blipFill>
        <p:spPr bwMode="auto">
          <a:xfrm>
            <a:off x="4426857" y="1"/>
            <a:ext cx="3744685" cy="2960914"/>
          </a:xfrm>
          <a:prstGeom prst="rect">
            <a:avLst/>
          </a:prstGeom>
          <a:noFill/>
          <a:ln w="9525">
            <a:solidFill>
              <a:schemeClr val="tx1"/>
            </a:solidFill>
            <a:miter lim="800000"/>
            <a:headEnd/>
            <a:tailEnd/>
          </a:ln>
          <a:effectLst/>
        </p:spPr>
      </p:pic>
      <p:pic>
        <p:nvPicPr>
          <p:cNvPr id="2" name="Picture 4"/>
          <p:cNvPicPr>
            <a:picLocks noChangeAspect="1" noChangeArrowheads="1"/>
          </p:cNvPicPr>
          <p:nvPr/>
        </p:nvPicPr>
        <p:blipFill>
          <a:blip r:embed="rId4"/>
          <a:srcRect t="9074" b="43346"/>
          <a:stretch>
            <a:fillRect/>
          </a:stretch>
        </p:blipFill>
        <p:spPr bwMode="auto">
          <a:xfrm>
            <a:off x="8488136" y="0"/>
            <a:ext cx="3486150" cy="2975429"/>
          </a:xfrm>
          <a:prstGeom prst="rect">
            <a:avLst/>
          </a:prstGeom>
          <a:noFill/>
          <a:ln w="9525">
            <a:solidFill>
              <a:schemeClr val="tx1"/>
            </a:solidFill>
            <a:miter lim="800000"/>
            <a:headEnd/>
            <a:tailEnd/>
          </a:ln>
          <a:effectLst/>
        </p:spPr>
      </p:pic>
      <p:pic>
        <p:nvPicPr>
          <p:cNvPr id="3" name="Picture 5"/>
          <p:cNvPicPr>
            <a:picLocks noChangeAspect="1" noChangeArrowheads="1"/>
          </p:cNvPicPr>
          <p:nvPr/>
        </p:nvPicPr>
        <p:blipFill>
          <a:blip r:embed="rId5"/>
          <a:srcRect t="9735" b="42486"/>
          <a:stretch>
            <a:fillRect/>
          </a:stretch>
        </p:blipFill>
        <p:spPr bwMode="auto">
          <a:xfrm>
            <a:off x="2046514" y="3091543"/>
            <a:ext cx="3456078" cy="3577771"/>
          </a:xfrm>
          <a:prstGeom prst="rect">
            <a:avLst/>
          </a:prstGeom>
          <a:noFill/>
          <a:ln w="9525">
            <a:solidFill>
              <a:schemeClr val="tx1"/>
            </a:solidFill>
            <a:miter lim="800000"/>
            <a:headEnd/>
            <a:tailEnd/>
          </a:ln>
          <a:effectLst/>
        </p:spPr>
      </p:pic>
      <p:pic>
        <p:nvPicPr>
          <p:cNvPr id="4" name="Picture 6"/>
          <p:cNvPicPr>
            <a:picLocks noChangeAspect="1" noChangeArrowheads="1"/>
          </p:cNvPicPr>
          <p:nvPr/>
        </p:nvPicPr>
        <p:blipFill>
          <a:blip r:embed="rId6"/>
          <a:srcRect t="9955" b="43665"/>
          <a:stretch>
            <a:fillRect/>
          </a:stretch>
        </p:blipFill>
        <p:spPr bwMode="auto">
          <a:xfrm>
            <a:off x="6267450" y="3091543"/>
            <a:ext cx="3574762" cy="3592285"/>
          </a:xfrm>
          <a:prstGeom prst="rect">
            <a:avLst/>
          </a:prstGeom>
          <a:noFill/>
          <a:ln w="9525">
            <a:solidFill>
              <a:schemeClr val="tx1"/>
            </a:solidFill>
            <a:miter lim="800000"/>
            <a:headEnd/>
            <a:tailEnd/>
          </a:ln>
          <a:effectLst/>
        </p:spPr>
      </p:pic>
    </p:spTree>
    <p:extLst>
      <p:ext uri="{BB962C8B-B14F-4D97-AF65-F5344CB8AC3E}">
        <p14:creationId xmlns="" xmlns:p14="http://schemas.microsoft.com/office/powerpoint/2010/main" val="818742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5108AA5-5489-EA34-2C5B-E0370D919EDD}"/>
              </a:ext>
            </a:extLst>
          </p:cNvPr>
          <p:cNvSpPr>
            <a:spLocks noGrp="1"/>
          </p:cNvSpPr>
          <p:nvPr>
            <p:ph type="title"/>
          </p:nvPr>
        </p:nvSpPr>
        <p:spPr/>
        <p:txBody>
          <a:bodyPr/>
          <a:lstStyle/>
          <a:p>
            <a:r>
              <a:rPr lang="en-US" dirty="0"/>
              <a:t>Conclusion &amp; Future Plans</a:t>
            </a:r>
          </a:p>
        </p:txBody>
      </p:sp>
      <p:sp>
        <p:nvSpPr>
          <p:cNvPr id="3" name="Content Placeholder 2">
            <a:extLst>
              <a:ext uri="{FF2B5EF4-FFF2-40B4-BE49-F238E27FC236}">
                <a16:creationId xmlns="" xmlns:a16="http://schemas.microsoft.com/office/drawing/2014/main" id="{A5D5FA93-48C7-2EEF-6957-EB27736F3C6F}"/>
              </a:ext>
            </a:extLst>
          </p:cNvPr>
          <p:cNvSpPr>
            <a:spLocks noGrp="1"/>
          </p:cNvSpPr>
          <p:nvPr>
            <p:ph idx="1"/>
          </p:nvPr>
        </p:nvSpPr>
        <p:spPr>
          <a:xfrm>
            <a:off x="838200" y="1732047"/>
            <a:ext cx="10510922" cy="3681782"/>
          </a:xfrm>
          <a:prstGeom prst="rect">
            <a:avLst/>
          </a:prstGeom>
          <a:ln w="9525">
            <a:solidFill>
              <a:schemeClr val="tx1"/>
            </a:solidFill>
          </a:ln>
          <a:effectLst>
            <a:softEdge rad="0"/>
          </a:effectLst>
        </p:spPr>
        <p:txBody>
          <a:bodyPr>
            <a:normAutofit/>
          </a:bodyPr>
          <a:lstStyle/>
          <a:p>
            <a:pPr>
              <a:buNone/>
            </a:pPr>
            <a:r>
              <a:rPr lang="en-US" sz="2400" b="1" dirty="0" smtClean="0"/>
              <a:t>Key Takeaways</a:t>
            </a:r>
          </a:p>
          <a:p>
            <a:r>
              <a:rPr lang="en-US" sz="2400" dirty="0" smtClean="0"/>
              <a:t>Learned to build a functional Android app using Java</a:t>
            </a:r>
          </a:p>
          <a:p>
            <a:r>
              <a:rPr lang="en-US" sz="2400" dirty="0" smtClean="0"/>
              <a:t>Used UI components like Spinner, Button, and </a:t>
            </a:r>
            <a:r>
              <a:rPr lang="en-US" sz="2400" dirty="0" err="1" smtClean="0"/>
              <a:t>TextView</a:t>
            </a:r>
            <a:r>
              <a:rPr lang="en-US" sz="2400" dirty="0" smtClean="0"/>
              <a:t> effectively</a:t>
            </a:r>
          </a:p>
          <a:p>
            <a:r>
              <a:rPr lang="en-US" sz="2400" dirty="0" smtClean="0"/>
              <a:t>Practiced </a:t>
            </a:r>
            <a:r>
              <a:rPr lang="en-US" sz="2400" dirty="0" smtClean="0"/>
              <a:t>organizing data (moods and recipes) using </a:t>
            </a:r>
            <a:r>
              <a:rPr lang="en-US" sz="2400" dirty="0" smtClean="0"/>
              <a:t>arrays</a:t>
            </a:r>
            <a:endParaRPr lang="en-US" sz="2400" dirty="0" smtClean="0"/>
          </a:p>
          <a:p>
            <a:pPr>
              <a:buNone/>
            </a:pPr>
            <a:r>
              <a:rPr lang="en-US" sz="2400" b="1" dirty="0" smtClean="0"/>
              <a:t> Future Enhancements</a:t>
            </a:r>
          </a:p>
          <a:p>
            <a:r>
              <a:rPr lang="en-US" sz="2400" dirty="0" smtClean="0"/>
              <a:t>Add images for each recipe to make the app more </a:t>
            </a:r>
            <a:r>
              <a:rPr lang="en-US" sz="2400" dirty="0" smtClean="0"/>
              <a:t>visual</a:t>
            </a:r>
          </a:p>
          <a:p>
            <a:r>
              <a:rPr lang="en-US" sz="2400" dirty="0" smtClean="0"/>
              <a:t>Add a feature to share recipes on social media</a:t>
            </a:r>
          </a:p>
          <a:p>
            <a:r>
              <a:rPr lang="en-US" sz="2400" dirty="0" smtClean="0"/>
              <a:t>Support multiple languages or voice assistant integration</a:t>
            </a:r>
          </a:p>
          <a:p>
            <a:pPr>
              <a:buNone/>
            </a:pPr>
            <a:endParaRPr lang="en-US" sz="2400" dirty="0"/>
          </a:p>
        </p:txBody>
      </p:sp>
    </p:spTree>
    <p:extLst>
      <p:ext uri="{BB962C8B-B14F-4D97-AF65-F5344CB8AC3E}">
        <p14:creationId xmlns="" xmlns:p14="http://schemas.microsoft.com/office/powerpoint/2010/main" val="40545265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996</Words>
  <Application>Microsoft Office PowerPoint</Application>
  <PresentationFormat>Custom</PresentationFormat>
  <Paragraphs>114</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Slide 1</vt:lpstr>
      <vt:lpstr>Idea Approach Details</vt:lpstr>
      <vt:lpstr>Idea Approach Details</vt:lpstr>
      <vt:lpstr>XML CODE:</vt:lpstr>
      <vt:lpstr>Java code:</vt:lpstr>
      <vt:lpstr>Slide 6</vt:lpstr>
      <vt:lpstr>Slide 7</vt:lpstr>
      <vt:lpstr>Slide 8</vt:lpstr>
      <vt:lpstr>Conclusion &amp; Future Plans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Neeraj Kumar</dc:creator>
  <cp:lastModifiedBy>DELL</cp:lastModifiedBy>
  <cp:revision>22</cp:revision>
  <dcterms:created xsi:type="dcterms:W3CDTF">2025-04-19T17:55:45Z</dcterms:created>
  <dcterms:modified xsi:type="dcterms:W3CDTF">2025-06-15T16:43:48Z</dcterms:modified>
</cp:coreProperties>
</file>